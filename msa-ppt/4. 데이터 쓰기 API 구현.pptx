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8" r:id="rId14"/>
    <p:sldId id="269" r:id="rId15"/>
    <p:sldId id="270" r:id="rId16"/>
    <p:sldId id="272" r:id="rId17"/>
    <p:sldId id="273" r:id="rId18"/>
    <p:sldId id="275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60F1ED9-0D18-4ACD-9182-0E759DF0EA38}">
          <p14:sldIdLst>
            <p14:sldId id="256"/>
          </p14:sldIdLst>
        </p14:section>
        <p14:section name="포인트 서비스 추가" id="{2B7E1EAE-DB81-4616-8701-1A0C1B39B65D}">
          <p14:sldIdLst>
            <p14:sldId id="257"/>
            <p14:sldId id="258"/>
            <p14:sldId id="259"/>
          </p14:sldIdLst>
        </p14:section>
        <p14:section name="Point Service Application 생성" id="{A79E5DC6-D60E-4E9D-8E49-D50833405591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회원가입시 포인트 추가 기능" id="{F2316319-8974-485C-8745-FA4662AF2A53}">
          <p14:sldIdLst>
            <p14:sldId id="271"/>
            <p14:sldId id="268"/>
            <p14:sldId id="269"/>
            <p14:sldId id="270"/>
            <p14:sldId id="272"/>
          </p14:sldIdLst>
        </p14:section>
        <p14:section name="사용자 활동점수 추가 기능 작성" id="{7F3BBA6E-6F1F-4EFB-B2D5-CB038C08954A}">
          <p14:sldIdLst>
            <p14:sldId id="273"/>
            <p14:sldId id="275"/>
            <p14:sldId id="274"/>
            <p14:sldId id="276"/>
          </p14:sldIdLst>
        </p14:section>
        <p14:section name="게시글 작성 - 포인트 차감 -활동점수 증가" id="{CB8F645C-D920-4834-BC88-DBF545006503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3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01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79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01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9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99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37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29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48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51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41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1615CB-D153-4933-B705-2389AE6E07ED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D0E5AA-342D-4C77-93AB-BE42CFCD726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16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2AFFB-DFFD-3467-F07B-73C3DFD6A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데이터 쓰기 </a:t>
            </a:r>
            <a:r>
              <a:rPr lang="en-US" altLang="ko-KR" sz="6000"/>
              <a:t>API </a:t>
            </a:r>
            <a:r>
              <a:rPr lang="ko-KR" altLang="en-US" sz="6000"/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C7F18B-5026-91D8-2FB1-4F69D35E20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31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D896F-E044-DEC3-7DE4-69A88952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API </a:t>
            </a:r>
            <a:r>
              <a:rPr lang="ko-KR" altLang="en-US"/>
              <a:t>변경사항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A1C9B7-8D77-ADDD-1668-0994168E1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1058"/>
            <a:ext cx="6447110" cy="2709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E1DFD4-A679-26E1-17A6-C898E8C0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673" y="1931058"/>
            <a:ext cx="2981741" cy="31151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089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5DC44-A3B8-735F-8EAF-4AE6875D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포인트 서비스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2FEE42-B6E5-750A-9185-9A38C76F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4520"/>
            <a:ext cx="5280348" cy="3640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AFB196-481B-CD4C-1E24-E60FC60A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452" y="1874520"/>
            <a:ext cx="5569222" cy="4276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916D2CD-D18E-C67A-B517-B6BD1DC0E5D6}"/>
              </a:ext>
            </a:extLst>
          </p:cNvPr>
          <p:cNvSpPr/>
          <p:nvPr/>
        </p:nvSpPr>
        <p:spPr>
          <a:xfrm>
            <a:off x="8631936" y="2267712"/>
            <a:ext cx="3319272" cy="2807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1.</a:t>
            </a:r>
            <a:r>
              <a:rPr lang="ko-KR" altLang="en-US" sz="1400"/>
              <a:t>게시글은 포인트를 통해 작성</a:t>
            </a:r>
            <a:br>
              <a:rPr lang="en-US" altLang="ko-KR" sz="1400"/>
            </a:br>
            <a:r>
              <a:rPr lang="en-US" altLang="ko-KR" sz="1400"/>
              <a:t>2. </a:t>
            </a:r>
            <a:r>
              <a:rPr lang="ko-KR" altLang="en-US" sz="1400"/>
              <a:t>포인트 차감 </a:t>
            </a:r>
            <a:r>
              <a:rPr lang="en-US" altLang="ko-KR" sz="1400"/>
              <a:t>-&gt; </a:t>
            </a:r>
            <a:r>
              <a:rPr lang="ko-KR" altLang="en-US" sz="1400"/>
              <a:t>활동 점수 적립</a:t>
            </a:r>
          </a:p>
        </p:txBody>
      </p:sp>
    </p:spTree>
    <p:extLst>
      <p:ext uri="{BB962C8B-B14F-4D97-AF65-F5344CB8AC3E}">
        <p14:creationId xmlns:p14="http://schemas.microsoft.com/office/powerpoint/2010/main" val="331925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06304-7F1A-D7CE-591C-9477E888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아키텍쳐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723255-E585-E377-6E0B-BF7DD4BA9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8" y="1816427"/>
            <a:ext cx="6267884" cy="4967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40C106-C253-11D4-75EA-97D88303C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3121785"/>
            <a:ext cx="6456326" cy="26297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087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C4C1D-3DFB-2D6B-03C8-4358C861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</a:t>
            </a:r>
            <a:r>
              <a:rPr lang="ko-KR" altLang="en-US"/>
              <a:t> 구성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C67EC-F604-0B0C-A4F4-89F2460C14F5}"/>
              </a:ext>
            </a:extLst>
          </p:cNvPr>
          <p:cNvSpPr txBox="1"/>
          <p:nvPr/>
        </p:nvSpPr>
        <p:spPr>
          <a:xfrm>
            <a:off x="1097280" y="1785882"/>
            <a:ext cx="75140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docker run -d --name msa_db3 -e MYSQL_ROOT_PASSWORD=password -p 3322:3306 -d mysql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ACDDC8-1617-FA1E-1DC0-E8280754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15" y="2162333"/>
            <a:ext cx="9250066" cy="466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5B97D95-9F00-8A5F-3C0F-0ADCDD1E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15" y="2828764"/>
            <a:ext cx="6057604" cy="381892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CDA89E-3B44-EEA9-E66B-6BAC44B64677}"/>
              </a:ext>
            </a:extLst>
          </p:cNvPr>
          <p:cNvGrpSpPr/>
          <p:nvPr/>
        </p:nvGrpSpPr>
        <p:grpSpPr>
          <a:xfrm>
            <a:off x="7501544" y="2828764"/>
            <a:ext cx="4130861" cy="3128832"/>
            <a:chOff x="7501544" y="2828764"/>
            <a:chExt cx="4130861" cy="312883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BAFFD87-1366-9BF5-D4A3-22622E4A4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5610" y="4738226"/>
              <a:ext cx="4086795" cy="12193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6ED5CF8-7415-A516-25EA-0A854AE64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1544" y="2828764"/>
              <a:ext cx="2219635" cy="16290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ADAADEA-6CFA-559F-D7AF-432F649E33D7}"/>
                </a:ext>
              </a:extLst>
            </p:cNvPr>
            <p:cNvSpPr/>
            <p:nvPr/>
          </p:nvSpPr>
          <p:spPr>
            <a:xfrm>
              <a:off x="8330184" y="3931920"/>
              <a:ext cx="1097280" cy="2246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621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FDCEF-8E9F-C766-07D2-DB9BEB04A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7BF15-B213-661D-00C4-D6BBC0963FC6}"/>
              </a:ext>
            </a:extLst>
          </p:cNvPr>
          <p:cNvSpPr txBox="1"/>
          <p:nvPr/>
        </p:nvSpPr>
        <p:spPr>
          <a:xfrm>
            <a:off x="3787902" y="1939297"/>
            <a:ext cx="6094476" cy="29794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8082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dataSource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jdbc:mysql://localhost:3322/point-db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root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password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driver-class-name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com.mysql.cj.jdbc.Driver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jpa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hibernate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ddl-auto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update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show-sql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point-service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2884F3F-70E7-591D-8528-F2C9126EA056}"/>
              </a:ext>
            </a:extLst>
          </p:cNvPr>
          <p:cNvGrpSpPr/>
          <p:nvPr/>
        </p:nvGrpSpPr>
        <p:grpSpPr>
          <a:xfrm>
            <a:off x="588265" y="1938527"/>
            <a:ext cx="3051626" cy="4325112"/>
            <a:chOff x="588265" y="1938527"/>
            <a:chExt cx="3051626" cy="432511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52F7C48-6327-8049-FAF4-A3DDD9D17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812"/>
            <a:stretch>
              <a:fillRect/>
            </a:stretch>
          </p:blipFill>
          <p:spPr>
            <a:xfrm>
              <a:off x="588265" y="1938527"/>
              <a:ext cx="3051626" cy="432511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BE219DF-C4AB-075A-DAB1-191EA318BFAB}"/>
                </a:ext>
              </a:extLst>
            </p:cNvPr>
            <p:cNvSpPr/>
            <p:nvPr/>
          </p:nvSpPr>
          <p:spPr>
            <a:xfrm>
              <a:off x="786384" y="5897880"/>
              <a:ext cx="1051560" cy="228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879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F14A0E8-F63D-3356-1837-1D6E1E9B5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838" y="1826305"/>
            <a:ext cx="3618751" cy="47987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2239E98-9C5E-E95E-ACBF-70D3E00C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 Entity </a:t>
            </a:r>
            <a:r>
              <a:rPr lang="ko-KR" altLang="en-US"/>
              <a:t>작성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9A519A5-E716-909B-0ED2-053F4DF0D149}"/>
              </a:ext>
            </a:extLst>
          </p:cNvPr>
          <p:cNvGrpSpPr/>
          <p:nvPr/>
        </p:nvGrpSpPr>
        <p:grpSpPr>
          <a:xfrm>
            <a:off x="962615" y="1826305"/>
            <a:ext cx="2457793" cy="3810532"/>
            <a:chOff x="962615" y="1826305"/>
            <a:chExt cx="2457793" cy="38105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81A9F5F-136C-E69E-85ED-2F5839F65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615" y="1826305"/>
              <a:ext cx="2457793" cy="381053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8042E71-3F4B-4092-6CEE-CBD4191DB1D2}"/>
                </a:ext>
              </a:extLst>
            </p:cNvPr>
            <p:cNvSpPr/>
            <p:nvPr/>
          </p:nvSpPr>
          <p:spPr>
            <a:xfrm>
              <a:off x="1325880" y="3118104"/>
              <a:ext cx="813816" cy="237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91489C-FBAE-C7E7-9DBC-4A847D54DF08}"/>
              </a:ext>
            </a:extLst>
          </p:cNvPr>
          <p:cNvSpPr txBox="1"/>
          <p:nvPr/>
        </p:nvSpPr>
        <p:spPr>
          <a:xfrm>
            <a:off x="7598664" y="1826305"/>
            <a:ext cx="4343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도메인 주도 개발</a:t>
            </a:r>
            <a:r>
              <a:rPr lang="en-US" altLang="ko-KR" sz="1400"/>
              <a:t> – </a:t>
            </a:r>
            <a:br>
              <a:rPr lang="en-US" altLang="ko-KR" sz="1400"/>
            </a:br>
            <a:r>
              <a:rPr lang="ko-KR" altLang="en-US" sz="1400"/>
              <a:t>엔티티가 자신의 상태와 불변식을 스스로 관리하도록 하여 객체가 항상 유효한 상태를 유지하도록 하는 설계 방식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Point</a:t>
            </a:r>
            <a:r>
              <a:rPr lang="ko-KR" altLang="en-US" sz="1400"/>
              <a:t>의 차감가 합계는 불변식이고 자신의 정보</a:t>
            </a:r>
            <a:r>
              <a:rPr lang="en-US" altLang="ko-KR" sz="1400"/>
              <a:t>(</a:t>
            </a:r>
            <a:r>
              <a:rPr lang="ko-KR" altLang="en-US" sz="1400"/>
              <a:t>상태</a:t>
            </a:r>
            <a:r>
              <a:rPr lang="en-US" altLang="ko-KR" sz="1400"/>
              <a:t>)</a:t>
            </a:r>
            <a:r>
              <a:rPr lang="ko-KR" altLang="en-US" sz="1400"/>
              <a:t>를 스스로 관리하도록 함</a:t>
            </a:r>
            <a:r>
              <a:rPr lang="en-US" altLang="ko-KR" sz="1400"/>
              <a:t>.</a:t>
            </a:r>
            <a:endParaRPr lang="ko-KR" altLang="en-US" sz="14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107D83-594D-8232-06E0-4B5A743E41C1}"/>
              </a:ext>
            </a:extLst>
          </p:cNvPr>
          <p:cNvSpPr/>
          <p:nvPr/>
        </p:nvSpPr>
        <p:spPr>
          <a:xfrm>
            <a:off x="4160520" y="5477255"/>
            <a:ext cx="2350008" cy="1094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50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C5116-71F1-E60A-F35D-7254BA24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PointRepository </a:t>
            </a:r>
            <a:r>
              <a:rPr lang="ko-KR" altLang="en-US"/>
              <a:t>인터페이스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85AE9-3FB4-84FC-9A2B-85D977DBC587}"/>
              </a:ext>
            </a:extLst>
          </p:cNvPr>
          <p:cNvSpPr txBox="1"/>
          <p:nvPr/>
        </p:nvSpPr>
        <p:spPr>
          <a:xfrm>
            <a:off x="4400550" y="1946668"/>
            <a:ext cx="5575554" cy="6309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JpaRepository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7850397-5010-453F-99C8-379190F3D241}"/>
              </a:ext>
            </a:extLst>
          </p:cNvPr>
          <p:cNvGrpSpPr/>
          <p:nvPr/>
        </p:nvGrpSpPr>
        <p:grpSpPr>
          <a:xfrm>
            <a:off x="1330810" y="1946668"/>
            <a:ext cx="2896004" cy="4001058"/>
            <a:chOff x="1330810" y="1946668"/>
            <a:chExt cx="2896004" cy="40010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E2D762-0CAD-A46E-E5D6-2E4599E69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810" y="1946668"/>
              <a:ext cx="2896004" cy="400105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2297683-A287-6069-4C7F-E30B6A28F107}"/>
                </a:ext>
              </a:extLst>
            </p:cNvPr>
            <p:cNvSpPr/>
            <p:nvPr/>
          </p:nvSpPr>
          <p:spPr>
            <a:xfrm>
              <a:off x="1645920" y="3429000"/>
              <a:ext cx="1426464" cy="2468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4AE9E23-F320-5E7A-26E4-629C3D04257D}"/>
              </a:ext>
            </a:extLst>
          </p:cNvPr>
          <p:cNvSpPr txBox="1"/>
          <p:nvPr/>
        </p:nvSpPr>
        <p:spPr>
          <a:xfrm>
            <a:off x="4400550" y="2670048"/>
            <a:ext cx="7285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조회해온 </a:t>
            </a:r>
            <a:r>
              <a:rPr lang="en-US" altLang="ko-KR" sz="1400"/>
              <a:t>Point Entity</a:t>
            </a:r>
            <a:r>
              <a:rPr lang="ko-KR" altLang="en-US" sz="1400"/>
              <a:t>에 대해 </a:t>
            </a:r>
            <a:r>
              <a:rPr lang="en-US" altLang="ko-KR" sz="1400"/>
              <a:t>null</a:t>
            </a:r>
            <a:r>
              <a:rPr lang="ko-KR" altLang="en-US" sz="1400"/>
              <a:t>처리를 위한 </a:t>
            </a:r>
            <a:r>
              <a:rPr lang="en-US" altLang="ko-KR" sz="1400"/>
              <a:t>Optional </a:t>
            </a:r>
            <a:r>
              <a:rPr lang="ko-KR" altLang="en-US" sz="1400"/>
              <a:t>객체 반환</a:t>
            </a:r>
          </a:p>
        </p:txBody>
      </p:sp>
    </p:spTree>
    <p:extLst>
      <p:ext uri="{BB962C8B-B14F-4D97-AF65-F5344CB8AC3E}">
        <p14:creationId xmlns:p14="http://schemas.microsoft.com/office/powerpoint/2010/main" val="1950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6D358-44FA-5D03-BE82-6AB4A1F6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 </a:t>
            </a:r>
            <a:r>
              <a:rPr lang="ko-KR" altLang="en-US"/>
              <a:t>합계 및 차감 </a:t>
            </a:r>
            <a:r>
              <a:rPr lang="en-US" altLang="ko-KR"/>
              <a:t>DTO </a:t>
            </a:r>
            <a:r>
              <a:rPr lang="ko-KR" altLang="en-US"/>
              <a:t>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EE89B63-67A7-8BE6-03FA-BD4F8AB26A6C}"/>
              </a:ext>
            </a:extLst>
          </p:cNvPr>
          <p:cNvGrpSpPr/>
          <p:nvPr/>
        </p:nvGrpSpPr>
        <p:grpSpPr>
          <a:xfrm>
            <a:off x="206098" y="1946668"/>
            <a:ext cx="2896004" cy="4001058"/>
            <a:chOff x="1330810" y="1946668"/>
            <a:chExt cx="2896004" cy="400105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64ECB4B-0783-1AD1-DEF1-C028A28F7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810" y="1946668"/>
              <a:ext cx="2896004" cy="400105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A4648B6-4673-5678-EF35-C5CA49B15F60}"/>
                </a:ext>
              </a:extLst>
            </p:cNvPr>
            <p:cNvSpPr/>
            <p:nvPr/>
          </p:nvSpPr>
          <p:spPr>
            <a:xfrm>
              <a:off x="1545336" y="3639312"/>
              <a:ext cx="1938528" cy="6309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0CDF18B-8C20-8FBD-0673-FD2AAD8B5EB0}"/>
              </a:ext>
            </a:extLst>
          </p:cNvPr>
          <p:cNvSpPr txBox="1"/>
          <p:nvPr/>
        </p:nvSpPr>
        <p:spPr>
          <a:xfrm>
            <a:off x="3184398" y="1946668"/>
            <a:ext cx="4336900" cy="421307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FA667-A05F-EF34-35F2-67095FA47BB9}"/>
              </a:ext>
            </a:extLst>
          </p:cNvPr>
          <p:cNvSpPr txBox="1"/>
          <p:nvPr/>
        </p:nvSpPr>
        <p:spPr>
          <a:xfrm>
            <a:off x="7603594" y="1962876"/>
            <a:ext cx="4382308" cy="403020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498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F71A-8AED-7879-F799-7845EE3B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PointService </a:t>
            </a:r>
            <a:r>
              <a:rPr lang="ko-KR" altLang="en-US"/>
              <a:t>합계</a:t>
            </a:r>
            <a:r>
              <a:rPr lang="en-US" altLang="ko-KR"/>
              <a:t>/</a:t>
            </a:r>
            <a:r>
              <a:rPr lang="ko-KR" altLang="en-US"/>
              <a:t>차감 메소드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2E6EA-474C-C504-A74A-0EFBBEB5CC4C}"/>
              </a:ext>
            </a:extLst>
          </p:cNvPr>
          <p:cNvSpPr txBox="1"/>
          <p:nvPr/>
        </p:nvSpPr>
        <p:spPr>
          <a:xfrm>
            <a:off x="4254246" y="1849603"/>
            <a:ext cx="7322058" cy="27767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orElseGet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</a:t>
            </a:r>
            <a:r>
              <a:rPr lang="ko-KR" altLang="en-US" sz="1100">
                <a:solidFill>
                  <a:srgbClr val="A5D6FF"/>
                </a:solidFill>
                <a:latin typeface="Consolas" panose="020B0609020204030204" pitchFamily="49" charset="0"/>
              </a:rPr>
              <a:t>의 포인트 정보를 </a:t>
            </a:r>
            <a:r>
              <a:rPr lang="ko-KR" altLang="en-US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찾을 수 없습니다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4B9663-083B-5A87-9103-F2A7F1CC4EF2}"/>
              </a:ext>
            </a:extLst>
          </p:cNvPr>
          <p:cNvGrpSpPr/>
          <p:nvPr/>
        </p:nvGrpSpPr>
        <p:grpSpPr>
          <a:xfrm>
            <a:off x="1224525" y="1836271"/>
            <a:ext cx="2848373" cy="4867954"/>
            <a:chOff x="1224525" y="1836271"/>
            <a:chExt cx="2848373" cy="48679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AAC3BF1-6E5B-1D5D-8C0A-9C1F572C0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525" y="1836271"/>
              <a:ext cx="2848373" cy="486795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56874C5-89C0-F70D-DC9E-5128FA038947}"/>
                </a:ext>
              </a:extLst>
            </p:cNvPr>
            <p:cNvSpPr/>
            <p:nvPr/>
          </p:nvSpPr>
          <p:spPr>
            <a:xfrm>
              <a:off x="1499616" y="4370832"/>
              <a:ext cx="1271016" cy="2281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3865DF1-12C4-A2A1-CE20-75E2C4C942B6}"/>
              </a:ext>
            </a:extLst>
          </p:cNvPr>
          <p:cNvSpPr txBox="1"/>
          <p:nvPr/>
        </p:nvSpPr>
        <p:spPr>
          <a:xfrm>
            <a:off x="4254246" y="4598985"/>
            <a:ext cx="73220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-- addPoints --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orElseGet</a:t>
            </a:r>
            <a:r>
              <a:rPr lang="ko-KR" altLang="en-US" sz="1100">
                <a:sym typeface="Wingdings" panose="05000000000000000000" pitchFamily="2" charset="2"/>
              </a:rPr>
              <a:t>을 쓰는 이유 </a:t>
            </a:r>
            <a:r>
              <a:rPr lang="en-US" altLang="ko-KR" sz="1100">
                <a:sym typeface="Wingdings" panose="05000000000000000000" pitchFamily="2" charset="2"/>
              </a:rPr>
              <a:t>: </a:t>
            </a:r>
            <a:r>
              <a:rPr lang="ko-KR" altLang="en-US" sz="1100">
                <a:sym typeface="Wingdings" panose="05000000000000000000" pitchFamily="2" charset="2"/>
              </a:rPr>
              <a:t>회원에 대한 포인트 객체가 없다는 첫 회원가입 후 </a:t>
            </a:r>
            <a:r>
              <a:rPr lang="en-US" altLang="ko-KR" sz="1100">
                <a:sym typeface="Wingdings" panose="05000000000000000000" pitchFamily="2" charset="2"/>
              </a:rPr>
              <a:t>Point</a:t>
            </a:r>
            <a:r>
              <a:rPr lang="ko-KR" altLang="en-US" sz="1100">
                <a:sym typeface="Wingdings" panose="05000000000000000000" pitchFamily="2" charset="2"/>
              </a:rPr>
              <a:t>에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            </a:t>
            </a:r>
            <a:r>
              <a:rPr lang="ko-KR" altLang="en-US" sz="1100">
                <a:sym typeface="Wingdings" panose="05000000000000000000" pitchFamily="2" charset="2"/>
              </a:rPr>
              <a:t>대한 어떠한 조작</a:t>
            </a:r>
            <a:r>
              <a:rPr lang="en-US" altLang="ko-KR" sz="1100">
                <a:sym typeface="Wingdings" panose="05000000000000000000" pitchFamily="2" charset="2"/>
              </a:rPr>
              <a:t>(DML) </a:t>
            </a:r>
            <a:r>
              <a:rPr lang="ko-KR" altLang="en-US" sz="1100">
                <a:sym typeface="Wingdings" panose="05000000000000000000" pitchFamily="2" charset="2"/>
              </a:rPr>
              <a:t>이 없었다는 뜻임으로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                          Point</a:t>
            </a:r>
            <a:r>
              <a:rPr lang="ko-KR" altLang="en-US" sz="1100">
                <a:sym typeface="Wingdings" panose="05000000000000000000" pitchFamily="2" charset="2"/>
              </a:rPr>
              <a:t>에 대한 엔티티 정보가 </a:t>
            </a:r>
            <a:r>
              <a:rPr lang="en-US" altLang="ko-KR" sz="1100">
                <a:sym typeface="Wingdings" panose="05000000000000000000" pitchFamily="2" charset="2"/>
              </a:rPr>
              <a:t>null</a:t>
            </a:r>
            <a:r>
              <a:rPr lang="ko-KR" altLang="en-US" sz="1100">
                <a:sym typeface="Wingdings" panose="05000000000000000000" pitchFamily="2" charset="2"/>
              </a:rPr>
              <a:t>이라면 </a:t>
            </a:r>
            <a:r>
              <a:rPr lang="en-US" altLang="ko-KR" sz="1100">
                <a:sym typeface="Wingdings" panose="05000000000000000000" pitchFamily="2" charset="2"/>
              </a:rPr>
              <a:t>0</a:t>
            </a:r>
            <a:r>
              <a:rPr lang="ko-KR" altLang="en-US" sz="1100">
                <a:sym typeface="Wingdings" panose="05000000000000000000" pitchFamily="2" charset="2"/>
              </a:rPr>
              <a:t>포인트로 초기화 하여 저장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>
                <a:sym typeface="Wingdings" panose="05000000000000000000" pitchFamily="2" charset="2"/>
              </a:rPr>
              <a:t>-- deductPoints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--</a:t>
            </a:r>
          </a:p>
          <a:p>
            <a:r>
              <a:rPr lang="en-US" altLang="ko-KR" sz="1100"/>
              <a:t>orElseThrow</a:t>
            </a:r>
            <a:r>
              <a:rPr lang="ko-KR" altLang="en-US" sz="1100"/>
              <a:t>를 쓰는 이유 </a:t>
            </a:r>
            <a:r>
              <a:rPr lang="en-US" altLang="ko-KR" sz="1100"/>
              <a:t>: </a:t>
            </a:r>
            <a:r>
              <a:rPr lang="ko-KR" altLang="en-US" sz="1100"/>
              <a:t>조회하려는 </a:t>
            </a:r>
            <a:r>
              <a:rPr lang="en-US" altLang="ko-KR" sz="1100"/>
              <a:t>UserId </a:t>
            </a:r>
            <a:r>
              <a:rPr lang="ko-KR" altLang="en-US" sz="1100"/>
              <a:t>에 대한 </a:t>
            </a:r>
            <a:r>
              <a:rPr lang="en-US" altLang="ko-KR" sz="1100"/>
              <a:t>Point</a:t>
            </a:r>
            <a:r>
              <a:rPr lang="ko-KR" altLang="en-US" sz="1100"/>
              <a:t>가 없는 것임으로 사용자의 포인트 정보를 찾을 수 없다고 </a:t>
            </a:r>
            <a:br>
              <a:rPr lang="en-US" altLang="ko-KR" sz="1100"/>
            </a:br>
            <a:r>
              <a:rPr lang="en-US" altLang="ko-KR" sz="1100"/>
              <a:t>                                                 </a:t>
            </a:r>
            <a:r>
              <a:rPr lang="ko-KR" altLang="en-US" sz="1100"/>
              <a:t>안내해야함</a:t>
            </a:r>
            <a:r>
              <a:rPr lang="en-US" altLang="ko-KR" sz="1100"/>
              <a:t>. </a:t>
            </a:r>
          </a:p>
          <a:p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/>
              <a:t>XXXPointRequestDto</a:t>
            </a:r>
            <a:r>
              <a:rPr lang="ko-KR" altLang="en-US" sz="1100"/>
              <a:t> 를 통해 </a:t>
            </a:r>
            <a:r>
              <a:rPr lang="en-US" altLang="ko-KR" sz="1100"/>
              <a:t>userId </a:t>
            </a:r>
            <a:r>
              <a:rPr lang="ko-KR" altLang="en-US" sz="1100"/>
              <a:t>를 가져옴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/>
              <a:t>pointRepository.findByUserId </a:t>
            </a:r>
            <a:r>
              <a:rPr lang="ko-KR" altLang="en-US" sz="1100"/>
              <a:t>메소드를 통해 </a:t>
            </a:r>
            <a:r>
              <a:rPr lang="en-US" altLang="ko-KR" sz="1100"/>
              <a:t>Point </a:t>
            </a:r>
            <a:r>
              <a:rPr lang="ko-KR" altLang="en-US" sz="1100"/>
              <a:t>엔티티 정보 조회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엔티티를 통한 도메인 비지니스 메소드를 이용하여 </a:t>
            </a:r>
            <a:r>
              <a:rPr lang="en-US" altLang="ko-KR" sz="1100"/>
              <a:t>Point </a:t>
            </a:r>
            <a:r>
              <a:rPr lang="ko-KR" altLang="en-US" sz="1100"/>
              <a:t>관리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/>
              <a:t>저장</a:t>
            </a:r>
            <a:r>
              <a:rPr lang="en-US" altLang="ko-KR" sz="1100"/>
              <a:t>(deductPoints</a:t>
            </a:r>
            <a:r>
              <a:rPr lang="ko-KR" altLang="en-US" sz="1100"/>
              <a:t>의 경우에는 변경감지로 </a:t>
            </a:r>
            <a:r>
              <a:rPr lang="en-US" altLang="ko-KR" sz="1100"/>
              <a:t>save()</a:t>
            </a:r>
            <a:r>
              <a:rPr lang="ko-KR" altLang="en-US" sz="1100"/>
              <a:t>메소드를 호출안해도 변경이됨</a:t>
            </a:r>
            <a:r>
              <a:rPr lang="en-US" altLang="ko-KR" sz="1100"/>
              <a:t>. /addPoints</a:t>
            </a:r>
            <a:r>
              <a:rPr lang="ko-KR" altLang="en-US" sz="1100"/>
              <a:t>는 무조건 필요</a:t>
            </a:r>
            <a:r>
              <a:rPr lang="en-US" altLang="ko-KR" sz="1100"/>
              <a:t>)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833609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3936D-51B2-569C-5F39-6FB714C3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PointController </a:t>
            </a:r>
            <a:r>
              <a:rPr lang="ko-KR" altLang="en-US"/>
              <a:t>합계</a:t>
            </a:r>
            <a:r>
              <a:rPr lang="en-US" altLang="ko-KR"/>
              <a:t>/</a:t>
            </a:r>
            <a:r>
              <a:rPr lang="ko-KR" altLang="en-US"/>
              <a:t>차감 </a:t>
            </a:r>
            <a:r>
              <a:rPr lang="en-US" altLang="ko-KR"/>
              <a:t>URI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CF5F4-54E1-581B-CDC7-65412AFE9656}"/>
              </a:ext>
            </a:extLst>
          </p:cNvPr>
          <p:cNvSpPr txBox="1"/>
          <p:nvPr/>
        </p:nvSpPr>
        <p:spPr>
          <a:xfrm>
            <a:off x="3559302" y="1839703"/>
            <a:ext cx="4844034" cy="45704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RestController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"/points"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PointController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PointController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"/add"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noContent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PostMapping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"/deduct"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pointService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ResponseEntity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noContent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25B591-F18A-7FE3-CF6A-493682FA07BF}"/>
              </a:ext>
            </a:extLst>
          </p:cNvPr>
          <p:cNvGrpSpPr/>
          <p:nvPr/>
        </p:nvGrpSpPr>
        <p:grpSpPr>
          <a:xfrm>
            <a:off x="573769" y="1839703"/>
            <a:ext cx="2848373" cy="4867954"/>
            <a:chOff x="1224525" y="1836271"/>
            <a:chExt cx="2848373" cy="48679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53405AC-22A3-AD32-B942-0F4C427A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525" y="1836271"/>
              <a:ext cx="2848373" cy="486795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5C77EAC-221F-C7BD-1C14-37AA16912EA1}"/>
                </a:ext>
              </a:extLst>
            </p:cNvPr>
            <p:cNvSpPr/>
            <p:nvPr/>
          </p:nvSpPr>
          <p:spPr>
            <a:xfrm>
              <a:off x="1591056" y="2724912"/>
              <a:ext cx="1318268" cy="2617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E12F6D6-D062-F62C-995A-3F48720B0E4C}"/>
              </a:ext>
            </a:extLst>
          </p:cNvPr>
          <p:cNvSpPr txBox="1"/>
          <p:nvPr/>
        </p:nvSpPr>
        <p:spPr>
          <a:xfrm>
            <a:off x="8540496" y="1836783"/>
            <a:ext cx="3236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포인트의 적립 및 차감 </a:t>
            </a:r>
            <a:r>
              <a:rPr lang="en-US" altLang="ko-KR" sz="1200"/>
              <a:t>API</a:t>
            </a:r>
            <a:r>
              <a:rPr lang="ko-KR" altLang="en-US" sz="1200"/>
              <a:t>의 응답을 </a:t>
            </a:r>
            <a:r>
              <a:rPr lang="en-US" altLang="ko-KR" sz="1200"/>
              <a:t>noContent</a:t>
            </a:r>
            <a:r>
              <a:rPr lang="ko-KR" altLang="en-US" sz="1200"/>
              <a:t>로 하기로 했음</a:t>
            </a:r>
          </a:p>
        </p:txBody>
      </p:sp>
    </p:spTree>
    <p:extLst>
      <p:ext uri="{BB962C8B-B14F-4D97-AF65-F5344CB8AC3E}">
        <p14:creationId xmlns:p14="http://schemas.microsoft.com/office/powerpoint/2010/main" val="176444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3EF95-96C4-3FA8-4DE1-B41535CE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application.yml </a:t>
            </a:r>
            <a:r>
              <a:rPr lang="ko-KR" altLang="en-US" sz="4000"/>
              <a:t>에 </a:t>
            </a:r>
            <a:r>
              <a:rPr lang="en-US" altLang="ko-KR" sz="4000"/>
              <a:t>point-service</a:t>
            </a:r>
            <a:r>
              <a:rPr lang="ko-KR" altLang="en-US" sz="4000"/>
              <a:t>정보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5222D05-13A6-A1EE-F129-78A40A285C0E}"/>
              </a:ext>
            </a:extLst>
          </p:cNvPr>
          <p:cNvGrpSpPr/>
          <p:nvPr/>
        </p:nvGrpSpPr>
        <p:grpSpPr>
          <a:xfrm>
            <a:off x="3358134" y="1837144"/>
            <a:ext cx="6094476" cy="4415696"/>
            <a:chOff x="3358134" y="1837144"/>
            <a:chExt cx="6094476" cy="44156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A6C9DF-B2B0-A01F-AFF5-41EB438791A6}"/>
                </a:ext>
              </a:extLst>
            </p:cNvPr>
            <p:cNvSpPr txBox="1"/>
            <p:nvPr/>
          </p:nvSpPr>
          <p:spPr>
            <a:xfrm>
              <a:off x="3358134" y="1837144"/>
              <a:ext cx="6094476" cy="441569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server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8080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jdbc:mysql://localhost:3320/user-db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user-service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client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point-service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http://localhost:8082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4467E26-C454-A505-08EB-EECB90442AB1}"/>
                </a:ext>
              </a:extLst>
            </p:cNvPr>
            <p:cNvSpPr/>
            <p:nvPr/>
          </p:nvSpPr>
          <p:spPr>
            <a:xfrm>
              <a:off x="3392424" y="5577840"/>
              <a:ext cx="3035808" cy="64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76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B416B-0392-8899-65C6-6C2BA554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</a:t>
            </a:r>
            <a:r>
              <a:rPr lang="en-US" altLang="ko-KR" sz="4000"/>
              <a:t>- AddPointRequestDto </a:t>
            </a:r>
            <a:r>
              <a:rPr lang="ko-KR" altLang="en-US" sz="4000"/>
              <a:t>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36982E-CB92-9CAB-570D-F20BA9F49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99" y="1910268"/>
            <a:ext cx="2591162" cy="32103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64FB67E-3C1B-4170-0EBD-A162934FB7D4}"/>
              </a:ext>
            </a:extLst>
          </p:cNvPr>
          <p:cNvSpPr/>
          <p:nvPr/>
        </p:nvSpPr>
        <p:spPr>
          <a:xfrm>
            <a:off x="995164" y="4237104"/>
            <a:ext cx="1583444" cy="252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7AF18-568D-5648-2BE1-89075A749525}"/>
              </a:ext>
            </a:extLst>
          </p:cNvPr>
          <p:cNvSpPr txBox="1"/>
          <p:nvPr/>
        </p:nvSpPr>
        <p:spPr>
          <a:xfrm>
            <a:off x="3485742" y="1910268"/>
            <a:ext cx="6094476" cy="33153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727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AB1F5-995D-D0A3-A596-A8105430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</a:t>
            </a:r>
            <a:r>
              <a:rPr lang="en-US" altLang="ko-KR" sz="4000"/>
              <a:t>– </a:t>
            </a:r>
            <a:r>
              <a:rPr lang="ko-KR" altLang="en-US" sz="4000"/>
              <a:t>포인트 추가 요청 작성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817CF6-432C-590D-DE7C-B28991B38644}"/>
              </a:ext>
            </a:extLst>
          </p:cNvPr>
          <p:cNvGrpSpPr/>
          <p:nvPr/>
        </p:nvGrpSpPr>
        <p:grpSpPr>
          <a:xfrm>
            <a:off x="639899" y="1910268"/>
            <a:ext cx="2591162" cy="3210373"/>
            <a:chOff x="639899" y="1910268"/>
            <a:chExt cx="2591162" cy="321037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BDC455D-B2EE-A79D-0985-7D4C30CC7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9899" y="1910268"/>
              <a:ext cx="2591162" cy="3210373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540976A-6E33-280C-39C6-1CB33E27B39C}"/>
                </a:ext>
              </a:extLst>
            </p:cNvPr>
            <p:cNvSpPr/>
            <p:nvPr/>
          </p:nvSpPr>
          <p:spPr>
            <a:xfrm>
              <a:off x="960120" y="2752344"/>
              <a:ext cx="1124712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0379B0-F90E-CB81-8C7F-F21ED90E05D0}"/>
              </a:ext>
            </a:extLst>
          </p:cNvPr>
          <p:cNvSpPr txBox="1"/>
          <p:nvPr/>
        </p:nvSpPr>
        <p:spPr>
          <a:xfrm>
            <a:off x="3404978" y="1910268"/>
            <a:ext cx="6094476" cy="456554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(@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"${client.point-service.url}"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pointServiceUrl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pointServiceUrl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addPointRequestwDto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AddPointRequestDto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</a:t>
            </a: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  <a:buNone/>
            </a:pPr>
            <a:endParaRPr lang="en-US" altLang="ko-KR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"/points/add"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contentType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9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APPLICATION_JSON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addPointRequestwDto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toBodilessEntity</a:t>
            </a: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8A36E-4085-7EDA-D6F3-3290B4A3FFC4}"/>
              </a:ext>
            </a:extLst>
          </p:cNvPr>
          <p:cNvSpPr/>
          <p:nvPr/>
        </p:nvSpPr>
        <p:spPr>
          <a:xfrm>
            <a:off x="7150608" y="3666744"/>
            <a:ext cx="2348846" cy="1792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toBodilesssEntity()</a:t>
            </a:r>
            <a:br>
              <a:rPr lang="en-US" altLang="ko-KR"/>
            </a:br>
            <a:r>
              <a:rPr lang="ko-KR" altLang="en-US"/>
              <a:t>응답 </a:t>
            </a:r>
            <a:r>
              <a:rPr lang="en-US" altLang="ko-KR"/>
              <a:t>Body </a:t>
            </a:r>
            <a:r>
              <a:rPr lang="ko-KR" altLang="en-US"/>
              <a:t>없음을 나타냄</a:t>
            </a:r>
          </a:p>
        </p:txBody>
      </p:sp>
    </p:spTree>
    <p:extLst>
      <p:ext uri="{BB962C8B-B14F-4D97-AF65-F5344CB8AC3E}">
        <p14:creationId xmlns:p14="http://schemas.microsoft.com/office/powerpoint/2010/main" val="307166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6547D-9AFF-4438-9387-B5BEC82B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서비스 </a:t>
            </a:r>
            <a:r>
              <a:rPr lang="en-US" altLang="ko-KR" sz="4000"/>
              <a:t>– </a:t>
            </a:r>
            <a:r>
              <a:rPr lang="ko-KR" altLang="en-US" sz="4000"/>
              <a:t>회원가입 로직 수정</a:t>
            </a:r>
            <a:r>
              <a:rPr lang="en-US" altLang="ko-KR" sz="4000"/>
              <a:t>(</a:t>
            </a:r>
            <a:r>
              <a:rPr lang="ko-KR" altLang="en-US" sz="4000"/>
              <a:t>서비스</a:t>
            </a:r>
            <a:r>
              <a:rPr lang="en-US" altLang="ko-KR" sz="4000"/>
              <a:t>)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2E455-E3FB-10F9-D717-0B1471A29225}"/>
              </a:ext>
            </a:extLst>
          </p:cNvPr>
          <p:cNvSpPr txBox="1"/>
          <p:nvPr/>
        </p:nvSpPr>
        <p:spPr>
          <a:xfrm>
            <a:off x="3056382" y="1891906"/>
            <a:ext cx="4597146" cy="22480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signUp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signUpRequestDto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회원가입 포인트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점 적립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addPoints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savedUser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194747D-5F7C-C60F-59E7-096C0FBC92AD}"/>
              </a:ext>
            </a:extLst>
          </p:cNvPr>
          <p:cNvGrpSpPr/>
          <p:nvPr/>
        </p:nvGrpSpPr>
        <p:grpSpPr>
          <a:xfrm>
            <a:off x="438556" y="1891906"/>
            <a:ext cx="2372056" cy="3810532"/>
            <a:chOff x="904900" y="2029066"/>
            <a:chExt cx="2372056" cy="38105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EBA0269-AFFF-FBAC-A231-4E0CEBC5E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900" y="2029066"/>
              <a:ext cx="2372056" cy="381053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275E715-84C8-5493-CA89-654738BB0FC1}"/>
                </a:ext>
              </a:extLst>
            </p:cNvPr>
            <p:cNvSpPr/>
            <p:nvPr/>
          </p:nvSpPr>
          <p:spPr>
            <a:xfrm>
              <a:off x="1307592" y="5404104"/>
              <a:ext cx="1124712" cy="2194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19AA20D-8DE0-58F4-0A56-EEA1B2E1F161}"/>
              </a:ext>
            </a:extLst>
          </p:cNvPr>
          <p:cNvSpPr txBox="1"/>
          <p:nvPr/>
        </p:nvSpPr>
        <p:spPr>
          <a:xfrm>
            <a:off x="3056382" y="4261104"/>
            <a:ext cx="8455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DataJpa</a:t>
            </a:r>
            <a:r>
              <a:rPr lang="ko-KR" altLang="en-US"/>
              <a:t>로 회원가입 정보저장 </a:t>
            </a:r>
            <a:r>
              <a:rPr lang="en-US" altLang="ko-KR">
                <a:sym typeface="Wingdings" panose="05000000000000000000" pitchFamily="2" charset="2"/>
              </a:rPr>
              <a:t> UserId </a:t>
            </a:r>
            <a:r>
              <a:rPr lang="ko-KR" altLang="en-US">
                <a:sym typeface="Wingdings" panose="05000000000000000000" pitchFamily="2" charset="2"/>
              </a:rPr>
              <a:t>생성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altLang="ko-KR">
                <a:sym typeface="Wingdings" panose="05000000000000000000" pitchFamily="2" charset="2"/>
              </a:rPr>
              <a:t>Point </a:t>
            </a:r>
            <a:r>
              <a:rPr lang="ko-KR" altLang="en-US">
                <a:sym typeface="Wingdings" panose="05000000000000000000" pitchFamily="2" charset="2"/>
              </a:rPr>
              <a:t>추가 </a:t>
            </a:r>
            <a:r>
              <a:rPr lang="en-US" altLang="ko-KR">
                <a:sym typeface="Wingdings" panose="05000000000000000000" pitchFamily="2" charset="2"/>
              </a:rPr>
              <a:t>API </a:t>
            </a:r>
            <a:r>
              <a:rPr lang="ko-KR" altLang="en-US">
                <a:sym typeface="Wingdings" panose="05000000000000000000" pitchFamily="2" charset="2"/>
              </a:rPr>
              <a:t>요청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95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87A79-FD72-DED2-EBD2-5ADA75BA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회원가입 </a:t>
            </a:r>
            <a:r>
              <a:rPr lang="en-US" altLang="ko-KR"/>
              <a:t>API </a:t>
            </a:r>
            <a:r>
              <a:rPr lang="ko-KR" altLang="en-US"/>
              <a:t>테스트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B0AB9C-6C6B-6049-60A0-E0DA2A2BD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1852998"/>
            <a:ext cx="11177016" cy="27583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54ED8A-7A97-3B2C-C3FA-3DB6F9B17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343" y="4750389"/>
            <a:ext cx="2000529" cy="1295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5B8377-6605-A540-5C89-60652ECCF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" y="4820321"/>
            <a:ext cx="3153215" cy="9716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917E96-4C08-4F9F-45BA-660D6502102B}"/>
              </a:ext>
            </a:extLst>
          </p:cNvPr>
          <p:cNvSpPr txBox="1"/>
          <p:nvPr/>
        </p:nvSpPr>
        <p:spPr>
          <a:xfrm>
            <a:off x="507492" y="5861304"/>
            <a:ext cx="315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User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FE7A0-40B4-8FD5-E60D-CAD719D65E0A}"/>
              </a:ext>
            </a:extLst>
          </p:cNvPr>
          <p:cNvSpPr txBox="1"/>
          <p:nvPr/>
        </p:nvSpPr>
        <p:spPr>
          <a:xfrm>
            <a:off x="5388343" y="6045970"/>
            <a:ext cx="315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Point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383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7902C-9E57-0355-04CA-9F8754C3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AddActivityScoreRequestDto </a:t>
            </a:r>
            <a:r>
              <a:rPr lang="ko-KR" altLang="en-US"/>
              <a:t>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2CBF8B-7883-8368-C449-B91E9DE92F51}"/>
              </a:ext>
            </a:extLst>
          </p:cNvPr>
          <p:cNvSpPr txBox="1"/>
          <p:nvPr/>
        </p:nvSpPr>
        <p:spPr>
          <a:xfrm>
            <a:off x="3705606" y="1854272"/>
            <a:ext cx="5721858" cy="29649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(){}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8097EB-263A-86F8-D0B8-5C345BF25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4272"/>
            <a:ext cx="2505425" cy="351521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23A41C3-F211-B78E-4BF2-D494924DBB92}"/>
              </a:ext>
            </a:extLst>
          </p:cNvPr>
          <p:cNvSpPr/>
          <p:nvPr/>
        </p:nvSpPr>
        <p:spPr>
          <a:xfrm>
            <a:off x="1481328" y="4169664"/>
            <a:ext cx="2020824" cy="2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33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95A39-14A2-881C-2F4A-298BCF89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User </a:t>
            </a:r>
            <a:r>
              <a:rPr lang="ko-KR" altLang="en-US" sz="3600"/>
              <a:t>에 </a:t>
            </a:r>
            <a:r>
              <a:rPr lang="en-US" altLang="ko-KR" sz="3600"/>
              <a:t>activeScore </a:t>
            </a:r>
            <a:r>
              <a:rPr lang="ko-KR" altLang="en-US" sz="3600"/>
              <a:t>추가 및 비지니스 로직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34B4252-8E1D-DE90-7BCA-53DF1F96F7C3}"/>
              </a:ext>
            </a:extLst>
          </p:cNvPr>
          <p:cNvGrpSpPr/>
          <p:nvPr/>
        </p:nvGrpSpPr>
        <p:grpSpPr>
          <a:xfrm>
            <a:off x="3878245" y="1972125"/>
            <a:ext cx="4801270" cy="1743318"/>
            <a:chOff x="467533" y="1898973"/>
            <a:chExt cx="4801270" cy="17433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96C70C7-EC88-C3C5-DFD3-814EFBAEF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33" y="1898973"/>
              <a:ext cx="4801270" cy="174331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FEF931F-CDC5-2C83-4478-681BF6EB8D3B}"/>
                </a:ext>
              </a:extLst>
            </p:cNvPr>
            <p:cNvSpPr/>
            <p:nvPr/>
          </p:nvSpPr>
          <p:spPr>
            <a:xfrm>
              <a:off x="1097280" y="3364992"/>
              <a:ext cx="2240280" cy="2011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B0B6BFA4-AE46-8CE1-3773-E39E665C3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245" y="3877056"/>
            <a:ext cx="4296375" cy="819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33B88F-E428-D187-9017-504835091C4A}"/>
              </a:ext>
            </a:extLst>
          </p:cNvPr>
          <p:cNvSpPr txBox="1"/>
          <p:nvPr/>
        </p:nvSpPr>
        <p:spPr>
          <a:xfrm>
            <a:off x="3878245" y="4764024"/>
            <a:ext cx="4296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활동 점수에 대한 비지니스 로직</a:t>
            </a:r>
            <a:r>
              <a:rPr lang="en-US" altLang="ko-KR" sz="1200"/>
              <a:t>(</a:t>
            </a:r>
            <a:r>
              <a:rPr lang="ko-KR" altLang="en-US" sz="1200"/>
              <a:t>도메인 주도 개발</a:t>
            </a:r>
            <a:r>
              <a:rPr lang="en-US" altLang="ko-KR" sz="1200"/>
              <a:t>)</a:t>
            </a:r>
            <a:endParaRPr lang="ko-KR" altLang="en-US" sz="120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CD6A1A1-1E5E-9123-426E-F9796074C0B7}"/>
              </a:ext>
            </a:extLst>
          </p:cNvPr>
          <p:cNvGrpSpPr/>
          <p:nvPr/>
        </p:nvGrpSpPr>
        <p:grpSpPr>
          <a:xfrm>
            <a:off x="1097280" y="1854272"/>
            <a:ext cx="2505425" cy="3515216"/>
            <a:chOff x="1097280" y="1854272"/>
            <a:chExt cx="2505425" cy="351521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D3C31E9-C315-424A-E995-D7416C4E4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1854272"/>
              <a:ext cx="2505425" cy="3515216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8FFB8B6-B273-055E-04FE-A49BC0C0AEA7}"/>
                </a:ext>
              </a:extLst>
            </p:cNvPr>
            <p:cNvSpPr/>
            <p:nvPr/>
          </p:nvSpPr>
          <p:spPr>
            <a:xfrm>
              <a:off x="1472184" y="3529584"/>
              <a:ext cx="868680" cy="3474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99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0CA73-7FAD-9DFF-0505-289A055B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ActivityScore </a:t>
            </a:r>
            <a:r>
              <a:rPr lang="ko-KR" altLang="en-US" sz="4000"/>
              <a:t>추가 메소드 작성 </a:t>
            </a:r>
            <a:r>
              <a:rPr lang="en-US" altLang="ko-KR" sz="4000"/>
              <a:t>- UserService</a:t>
            </a:r>
            <a:endParaRPr lang="ko-KR" alt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0727D-4B1D-5AAA-6C12-B17CD3AD4BCF}"/>
              </a:ext>
            </a:extLst>
          </p:cNvPr>
          <p:cNvSpPr txBox="1"/>
          <p:nvPr/>
        </p:nvSpPr>
        <p:spPr>
          <a:xfrm>
            <a:off x="4002590" y="1931825"/>
            <a:ext cx="7002018" cy="22365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Transactional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사용자를 찾을수 없습니다</a:t>
            </a:r>
            <a:r>
              <a:rPr lang="en-US" altLang="ko-KR" sz="105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D51DBC-A123-006B-89D6-B80E910D8CF2}"/>
              </a:ext>
            </a:extLst>
          </p:cNvPr>
          <p:cNvGrpSpPr/>
          <p:nvPr/>
        </p:nvGrpSpPr>
        <p:grpSpPr>
          <a:xfrm>
            <a:off x="1187392" y="1931825"/>
            <a:ext cx="2648320" cy="3867690"/>
            <a:chOff x="1544008" y="1931825"/>
            <a:chExt cx="2648320" cy="386769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C6B53AE-535B-1A86-963D-293E1D795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4008" y="1931825"/>
              <a:ext cx="2648320" cy="386769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C487F80-823A-D77B-EAAB-C283F58FB87D}"/>
                </a:ext>
              </a:extLst>
            </p:cNvPr>
            <p:cNvSpPr/>
            <p:nvPr/>
          </p:nvSpPr>
          <p:spPr>
            <a:xfrm>
              <a:off x="1883664" y="5534339"/>
              <a:ext cx="1179576" cy="2651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9093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4A882-C1BF-A107-ACEE-8287502D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AddActivityScore API </a:t>
            </a:r>
            <a:r>
              <a:rPr lang="ko-KR" altLang="en-US" sz="3600"/>
              <a:t>작성 </a:t>
            </a:r>
            <a:r>
              <a:rPr lang="en-US" altLang="ko-KR" sz="3600"/>
              <a:t>- UserController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08215F-6E7B-3181-4797-615E6FB0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0618"/>
            <a:ext cx="6020640" cy="13908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95EDF1-2E9D-BC9B-7AE3-9BF25C4A7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64425"/>
            <a:ext cx="5224369" cy="310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663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803A7-DD4F-2912-5FCC-4B58BA0E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작성 시 동작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FE5E7-2BCD-3185-6889-1BC7FC6696F3}"/>
              </a:ext>
            </a:extLst>
          </p:cNvPr>
          <p:cNvSpPr txBox="1"/>
          <p:nvPr/>
        </p:nvSpPr>
        <p:spPr>
          <a:xfrm>
            <a:off x="1115568" y="1828800"/>
            <a:ext cx="10076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ym typeface="Wingdings" panose="05000000000000000000" pitchFamily="2" charset="2"/>
              </a:rPr>
              <a:t>※ </a:t>
            </a:r>
            <a:r>
              <a:rPr lang="ko-KR" altLang="en-US">
                <a:sym typeface="Wingdings" panose="05000000000000000000" pitchFamily="2" charset="2"/>
              </a:rPr>
              <a:t>게시글 작성 </a:t>
            </a:r>
            <a:r>
              <a:rPr lang="en-US" altLang="ko-KR">
                <a:sym typeface="Wingdings" panose="05000000000000000000" pitchFamily="2" charset="2"/>
              </a:rPr>
              <a:t>API </a:t>
            </a:r>
            <a:r>
              <a:rPr lang="ko-KR" altLang="en-US">
                <a:sym typeface="Wingdings" panose="05000000000000000000" pitchFamily="2" charset="2"/>
              </a:rPr>
              <a:t>요청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포인트 차감</a:t>
            </a:r>
            <a:r>
              <a:rPr lang="en-US" altLang="ko-KR">
                <a:sym typeface="Wingdings" panose="05000000000000000000" pitchFamily="2" charset="2"/>
              </a:rPr>
              <a:t>  </a:t>
            </a:r>
            <a:r>
              <a:rPr lang="ko-KR" altLang="en-US">
                <a:sym typeface="Wingdings" panose="05000000000000000000" pitchFamily="2" charset="2"/>
              </a:rPr>
              <a:t>게시글 등록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사용자 활동 포인트 증가</a:t>
            </a:r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 </a:t>
            </a:r>
          </a:p>
          <a:p>
            <a:pPr marL="342900" indent="-342900">
              <a:buAutoNum type="arabicPeriod"/>
            </a:pPr>
            <a:r>
              <a:rPr lang="en-US" altLang="ko-KR">
                <a:sym typeface="Wingdings" panose="05000000000000000000" pitchFamily="2" charset="2"/>
              </a:rPr>
              <a:t>board-service  application.yml</a:t>
            </a:r>
            <a:r>
              <a:rPr lang="ko-KR" altLang="en-US">
                <a:sym typeface="Wingdings" panose="05000000000000000000" pitchFamily="2" charset="2"/>
              </a:rPr>
              <a:t> 에 포인트 차감을 위한 </a:t>
            </a:r>
            <a:r>
              <a:rPr lang="en-US" altLang="ko-KR">
                <a:sym typeface="Wingdings" panose="05000000000000000000" pitchFamily="2" charset="2"/>
              </a:rPr>
              <a:t>PointClient </a:t>
            </a:r>
            <a:r>
              <a:rPr lang="ko-KR" altLang="en-US">
                <a:sym typeface="Wingdings" panose="05000000000000000000" pitchFamily="2" charset="2"/>
              </a:rPr>
              <a:t>등록</a:t>
            </a:r>
            <a:r>
              <a:rPr lang="en-US" altLang="ko-KR">
                <a:sym typeface="Wingdings" panose="05000000000000000000" pitchFamily="2" charset="2"/>
              </a:rPr>
              <a:t> </a:t>
            </a:r>
          </a:p>
          <a:p>
            <a:pPr marL="342900" indent="-342900"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포인트 차감을 위한 요청 </a:t>
            </a:r>
            <a:r>
              <a:rPr lang="en-US" altLang="ko-KR">
                <a:sym typeface="Wingdings" panose="05000000000000000000" pitchFamily="2" charset="2"/>
              </a:rPr>
              <a:t>DTO </a:t>
            </a:r>
            <a:r>
              <a:rPr lang="ko-KR" altLang="en-US">
                <a:sym typeface="Wingdings" panose="05000000000000000000" pitchFamily="2" charset="2"/>
              </a:rPr>
              <a:t>작성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활동포인트 증가 요청 </a:t>
            </a:r>
            <a:r>
              <a:rPr lang="en-US" altLang="ko-KR">
                <a:sym typeface="Wingdings" panose="05000000000000000000" pitchFamily="2" charset="2"/>
              </a:rPr>
              <a:t>DTO </a:t>
            </a:r>
            <a:r>
              <a:rPr lang="ko-KR" altLang="en-US">
                <a:sym typeface="Wingdings" panose="05000000000000000000" pitchFamily="2" charset="2"/>
              </a:rPr>
              <a:t>작성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altLang="ko-KR">
                <a:sym typeface="Wingdings" panose="05000000000000000000" pitchFamily="2" charset="2"/>
              </a:rPr>
              <a:t>PointCient</a:t>
            </a:r>
            <a:r>
              <a:rPr lang="ko-KR" altLang="en-US">
                <a:sym typeface="Wingdings" panose="05000000000000000000" pitchFamily="2" charset="2"/>
              </a:rPr>
              <a:t>에 포인트 차감 메소드</a:t>
            </a:r>
            <a:r>
              <a:rPr lang="en-US" altLang="ko-KR">
                <a:sym typeface="Wingdings" panose="05000000000000000000" pitchFamily="2" charset="2"/>
              </a:rPr>
              <a:t>[point-service</a:t>
            </a:r>
            <a:r>
              <a:rPr lang="ko-KR" altLang="en-US">
                <a:sym typeface="Wingdings" panose="05000000000000000000" pitchFamily="2" charset="2"/>
              </a:rPr>
              <a:t>에 포인트 차감 </a:t>
            </a:r>
            <a:r>
              <a:rPr lang="en-US" altLang="ko-KR">
                <a:sym typeface="Wingdings" panose="05000000000000000000" pitchFamily="2" charset="2"/>
              </a:rPr>
              <a:t>API</a:t>
            </a:r>
            <a:r>
              <a:rPr lang="ko-KR" altLang="en-US">
                <a:sym typeface="Wingdings" panose="05000000000000000000" pitchFamily="2" charset="2"/>
              </a:rPr>
              <a:t>요청</a:t>
            </a:r>
            <a:r>
              <a:rPr lang="en-US" altLang="ko-KR">
                <a:sym typeface="Wingdings" panose="05000000000000000000" pitchFamily="2" charset="2"/>
              </a:rPr>
              <a:t>] </a:t>
            </a:r>
            <a:r>
              <a:rPr lang="ko-KR" altLang="en-US">
                <a:sym typeface="Wingdings" panose="05000000000000000000" pitchFamily="2" charset="2"/>
              </a:rPr>
              <a:t>작성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altLang="ko-KR">
                <a:sym typeface="Wingdings" panose="05000000000000000000" pitchFamily="2" charset="2"/>
              </a:rPr>
              <a:t>UserClient</a:t>
            </a:r>
            <a:r>
              <a:rPr lang="ko-KR" altLang="en-US">
                <a:sym typeface="Wingdings" panose="05000000000000000000" pitchFamily="2" charset="2"/>
              </a:rPr>
              <a:t>에 활동포인트 증가 메소드</a:t>
            </a:r>
            <a:r>
              <a:rPr lang="en-US" altLang="ko-KR">
                <a:sym typeface="Wingdings" panose="05000000000000000000" pitchFamily="2" charset="2"/>
              </a:rPr>
              <a:t>[user-service</a:t>
            </a:r>
            <a:r>
              <a:rPr lang="ko-KR" altLang="en-US">
                <a:sym typeface="Wingdings" panose="05000000000000000000" pitchFamily="2" charset="2"/>
              </a:rPr>
              <a:t>에 활동포인트 증가 </a:t>
            </a:r>
            <a:r>
              <a:rPr lang="en-US" altLang="ko-KR">
                <a:sym typeface="Wingdings" panose="05000000000000000000" pitchFamily="2" charset="2"/>
              </a:rPr>
              <a:t>API </a:t>
            </a:r>
            <a:r>
              <a:rPr lang="ko-KR" altLang="en-US">
                <a:sym typeface="Wingdings" panose="05000000000000000000" pitchFamily="2" charset="2"/>
              </a:rPr>
              <a:t>요청</a:t>
            </a:r>
            <a:r>
              <a:rPr lang="en-US" altLang="ko-KR">
                <a:sym typeface="Wingdings" panose="05000000000000000000" pitchFamily="2" charset="2"/>
              </a:rPr>
              <a:t>]</a:t>
            </a:r>
            <a:r>
              <a:rPr lang="ko-KR" altLang="en-US">
                <a:sym typeface="Wingdings" panose="05000000000000000000" pitchFamily="2" charset="2"/>
              </a:rPr>
              <a:t> 작성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n-US" altLang="ko-KR">
                <a:sym typeface="Wingdings" panose="05000000000000000000" pitchFamily="2" charset="2"/>
              </a:rPr>
              <a:t>board-service Service</a:t>
            </a:r>
            <a:r>
              <a:rPr lang="ko-KR" altLang="en-US">
                <a:sym typeface="Wingdings" panose="05000000000000000000" pitchFamily="2" charset="2"/>
              </a:rPr>
              <a:t> 내 </a:t>
            </a:r>
            <a:r>
              <a:rPr lang="en-US" altLang="ko-KR">
                <a:sym typeface="Wingdings" panose="05000000000000000000" pitchFamily="2" charset="2"/>
              </a:rPr>
              <a:t>create </a:t>
            </a:r>
            <a:r>
              <a:rPr lang="ko-KR" altLang="en-US">
                <a:sym typeface="Wingdings" panose="05000000000000000000" pitchFamily="2" charset="2"/>
              </a:rPr>
              <a:t>메소드 수정</a:t>
            </a:r>
            <a:endParaRPr lang="en-US" altLang="ko-KR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게시글 작성 </a:t>
            </a:r>
            <a:r>
              <a:rPr lang="en-US" altLang="ko-KR">
                <a:sym typeface="Wingdings" panose="05000000000000000000" pitchFamily="2" charset="2"/>
              </a:rPr>
              <a:t>API</a:t>
            </a:r>
            <a:r>
              <a:rPr lang="ko-KR" altLang="en-US">
                <a:sym typeface="Wingdings" panose="05000000000000000000" pitchFamily="2" charset="2"/>
              </a:rPr>
              <a:t> 테스트</a:t>
            </a:r>
            <a:endParaRPr lang="en-US" altLang="ko-KR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78778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84F4C-97BE-A56D-A2C8-B6B7248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board-service application.yml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A359B5-4E9D-2A3F-2708-005B49D06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890498"/>
            <a:ext cx="2924583" cy="307700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17F96BA-2F02-A34D-63F7-2EE906EEBF0E}"/>
              </a:ext>
            </a:extLst>
          </p:cNvPr>
          <p:cNvGrpSpPr/>
          <p:nvPr/>
        </p:nvGrpSpPr>
        <p:grpSpPr>
          <a:xfrm>
            <a:off x="4162806" y="1890498"/>
            <a:ext cx="4249674" cy="4774769"/>
            <a:chOff x="4162806" y="1890498"/>
            <a:chExt cx="4249674" cy="477476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15FD8F-E8E7-3B09-2DA1-8A131B03A721}"/>
                </a:ext>
              </a:extLst>
            </p:cNvPr>
            <p:cNvSpPr txBox="1"/>
            <p:nvPr/>
          </p:nvSpPr>
          <p:spPr>
            <a:xfrm>
              <a:off x="4162806" y="1890498"/>
              <a:ext cx="4249674" cy="477476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server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8081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jdbc:mysql://localhost:3321/board-db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root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board-service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client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user-service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http://localhost:8080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point-service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http://localhost:8082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F0E1D37-617A-9D92-A52C-57D40D020011}"/>
                </a:ext>
              </a:extLst>
            </p:cNvPr>
            <p:cNvSpPr/>
            <p:nvPr/>
          </p:nvSpPr>
          <p:spPr>
            <a:xfrm>
              <a:off x="4517136" y="6163056"/>
              <a:ext cx="2633472" cy="408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519AAC2-6D19-8A35-9DFB-61110236CE48}"/>
              </a:ext>
            </a:extLst>
          </p:cNvPr>
          <p:cNvSpPr txBox="1"/>
          <p:nvPr/>
        </p:nvSpPr>
        <p:spPr>
          <a:xfrm>
            <a:off x="8577072" y="1890498"/>
            <a:ext cx="2916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포인트 차감을 위한 </a:t>
            </a:r>
            <a:br>
              <a:rPr lang="en-US" altLang="ko-KR" sz="1200"/>
            </a:br>
            <a:r>
              <a:rPr lang="ko-KR" altLang="en-US" sz="1200"/>
              <a:t>포인트 서비스 </a:t>
            </a:r>
            <a:r>
              <a:rPr lang="en-US" altLang="ko-KR" sz="1200"/>
              <a:t>URL </a:t>
            </a:r>
            <a:r>
              <a:rPr lang="ko-KR" altLang="en-US" sz="120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916928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29481-04FA-60A1-A2EA-F8228821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3BD0A-290D-CF47-4EDD-273C5531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포인트 차감 요청 </a:t>
            </a:r>
            <a:r>
              <a:rPr lang="en-US" altLang="ko-KR"/>
              <a:t>DTO </a:t>
            </a:r>
            <a:r>
              <a:rPr lang="ko-KR" altLang="en-US"/>
              <a:t>작성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3F3AC84-1F2C-C4F4-4A91-995ACE2FDF3A}"/>
              </a:ext>
            </a:extLst>
          </p:cNvPr>
          <p:cNvGrpSpPr/>
          <p:nvPr/>
        </p:nvGrpSpPr>
        <p:grpSpPr>
          <a:xfrm>
            <a:off x="1094232" y="1890498"/>
            <a:ext cx="2819794" cy="4696480"/>
            <a:chOff x="1094232" y="1890498"/>
            <a:chExt cx="2819794" cy="469648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D69CB70-7A16-76E8-6E19-F6B0FA8B1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4232" y="1890498"/>
              <a:ext cx="2819794" cy="469648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F858FF5-2DB9-B70A-B305-D76958D6FF73}"/>
                </a:ext>
              </a:extLst>
            </p:cNvPr>
            <p:cNvSpPr/>
            <p:nvPr/>
          </p:nvSpPr>
          <p:spPr>
            <a:xfrm>
              <a:off x="1377696" y="5916168"/>
              <a:ext cx="1941576" cy="2766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50F2FB1-3FE3-CDE9-9977-1B148A8FFE0B}"/>
              </a:ext>
            </a:extLst>
          </p:cNvPr>
          <p:cNvSpPr txBox="1"/>
          <p:nvPr/>
        </p:nvSpPr>
        <p:spPr>
          <a:xfrm>
            <a:off x="4112514" y="1890498"/>
            <a:ext cx="4798314" cy="26071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3210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7F4C-A790-0657-9055-5876C866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DC4F1-7A73-5FE3-F7F9-84D3717AB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활동 포인트 증가 요청 </a:t>
            </a:r>
            <a:r>
              <a:rPr lang="en-US" altLang="ko-KR"/>
              <a:t>DTO</a:t>
            </a:r>
            <a:r>
              <a:rPr lang="ko-KR" altLang="en-US"/>
              <a:t>작성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AF06F45-3D83-76F8-7AA0-BF968088C406}"/>
              </a:ext>
            </a:extLst>
          </p:cNvPr>
          <p:cNvGrpSpPr/>
          <p:nvPr/>
        </p:nvGrpSpPr>
        <p:grpSpPr>
          <a:xfrm>
            <a:off x="1094232" y="1890498"/>
            <a:ext cx="2819794" cy="4696480"/>
            <a:chOff x="1094232" y="1890498"/>
            <a:chExt cx="2819794" cy="469648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90375DE-7E23-AD6A-8442-B0042670D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4232" y="1890498"/>
              <a:ext cx="2819794" cy="469648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841F3B3-687A-CD32-DB2A-EE46A9731CC3}"/>
                </a:ext>
              </a:extLst>
            </p:cNvPr>
            <p:cNvSpPr/>
            <p:nvPr/>
          </p:nvSpPr>
          <p:spPr>
            <a:xfrm>
              <a:off x="1469136" y="5276088"/>
              <a:ext cx="2033016" cy="2834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B2BF9CD-2BC5-AC03-B72D-AF7FF12241CA}"/>
              </a:ext>
            </a:extLst>
          </p:cNvPr>
          <p:cNvSpPr txBox="1"/>
          <p:nvPr/>
        </p:nvSpPr>
        <p:spPr>
          <a:xfrm>
            <a:off x="4089654" y="1890498"/>
            <a:ext cx="6094476" cy="40318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boardservice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011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F1C39-1E9E-C6FD-F10F-B54164DD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포인트 차감을 위한 컴포넌트 작성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D1DE68-CB9A-12AF-6E6A-DF42E448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890498"/>
            <a:ext cx="2819794" cy="469648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AD8750E-1073-36FC-89CC-54FEDD4D4B46}"/>
              </a:ext>
            </a:extLst>
          </p:cNvPr>
          <p:cNvSpPr/>
          <p:nvPr/>
        </p:nvSpPr>
        <p:spPr>
          <a:xfrm>
            <a:off x="1249680" y="4238738"/>
            <a:ext cx="1356360" cy="2418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F6649-2BF6-99A0-5292-43B46EC933BA}"/>
              </a:ext>
            </a:extLst>
          </p:cNvPr>
          <p:cNvSpPr txBox="1"/>
          <p:nvPr/>
        </p:nvSpPr>
        <p:spPr>
          <a:xfrm>
            <a:off x="4058044" y="1890498"/>
            <a:ext cx="6094476" cy="43926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PointClient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>
                <a:solidFill>
                  <a:srgbClr val="BBBEBF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"${client.point-service.url}"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pointClientUrl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>
                <a:solidFill>
                  <a:srgbClr val="FFA657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pointClientUrl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"/points/deduct"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contentType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APPLICATION_JSON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deductPointRequestDto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toBodilessEntity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7513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514B-0C7B-71D7-7133-155928E5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8B4AB-C840-A7AD-4683-676B8F40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활동포인트 증가를 위한 메소드 작성 </a:t>
            </a:r>
            <a:r>
              <a:rPr lang="en-US" altLang="ko-KR" sz="3200"/>
              <a:t>- UserClient</a:t>
            </a:r>
            <a:endParaRPr lang="ko-KR" altLang="en-US" sz="32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F303BA-E81C-3D96-AB63-C16FA649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890498"/>
            <a:ext cx="2819794" cy="469648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7597F6A-AEC7-6894-B451-85E4F4B34B0A}"/>
              </a:ext>
            </a:extLst>
          </p:cNvPr>
          <p:cNvSpPr/>
          <p:nvPr/>
        </p:nvSpPr>
        <p:spPr>
          <a:xfrm>
            <a:off x="1361300" y="4439906"/>
            <a:ext cx="1356360" cy="2418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39551-4E2C-6082-51D2-826C25F8D165}"/>
              </a:ext>
            </a:extLst>
          </p:cNvPr>
          <p:cNvSpPr txBox="1"/>
          <p:nvPr/>
        </p:nvSpPr>
        <p:spPr>
          <a:xfrm>
            <a:off x="4106050" y="1890498"/>
            <a:ext cx="6094476" cy="20672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restClient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uri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"/users/activity-score/add"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contentType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MediaType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APPLICATION_JSON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addActivityScoreRequestDto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retrieve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toBodilessEntity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311957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27E8E-D7A2-7E36-0052-8D17210D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생성 로직 수정 </a:t>
            </a:r>
            <a:r>
              <a:rPr lang="en-US" altLang="ko-KR"/>
              <a:t>- BoardService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7A8AFC-37AF-4E28-91B5-F653E4DF1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36" y="1830360"/>
            <a:ext cx="3010320" cy="49346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B8C32D-BEE3-4C0E-0684-3DDF35C07096}"/>
              </a:ext>
            </a:extLst>
          </p:cNvPr>
          <p:cNvSpPr/>
          <p:nvPr/>
        </p:nvSpPr>
        <p:spPr>
          <a:xfrm>
            <a:off x="904100" y="5454890"/>
            <a:ext cx="1356360" cy="2418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7309AF-3C6D-8029-ADC3-05C895764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589" y="1830360"/>
            <a:ext cx="6535062" cy="322942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33647E8-9DBE-0BA0-907F-BF870FD7B521}"/>
              </a:ext>
            </a:extLst>
          </p:cNvPr>
          <p:cNvSpPr/>
          <p:nvPr/>
        </p:nvSpPr>
        <p:spPr>
          <a:xfrm>
            <a:off x="4782312" y="2414016"/>
            <a:ext cx="5468112" cy="448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1761A8-D325-3F26-6153-6A5916283D4A}"/>
              </a:ext>
            </a:extLst>
          </p:cNvPr>
          <p:cNvSpPr/>
          <p:nvPr/>
        </p:nvSpPr>
        <p:spPr>
          <a:xfrm>
            <a:off x="4782311" y="4463902"/>
            <a:ext cx="5541339" cy="448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777A4-8CEF-C908-9ECB-99BC14BC6EBB}"/>
              </a:ext>
            </a:extLst>
          </p:cNvPr>
          <p:cNvSpPr txBox="1"/>
          <p:nvPr/>
        </p:nvSpPr>
        <p:spPr>
          <a:xfrm>
            <a:off x="3788589" y="5202936"/>
            <a:ext cx="808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게시글 등록 앞</a:t>
            </a:r>
            <a:r>
              <a:rPr lang="en-US" altLang="ko-KR"/>
              <a:t>,</a:t>
            </a:r>
            <a:r>
              <a:rPr lang="ko-KR" altLang="en-US"/>
              <a:t>뒤로 포인트 차감 및 활동포인트 증가 메소드를 추가한다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807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EADA3-E649-FFE4-E646-4B695A1C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게시글 등록 </a:t>
            </a:r>
            <a:r>
              <a:rPr lang="en-US" altLang="ko-KR"/>
              <a:t>API </a:t>
            </a:r>
            <a:r>
              <a:rPr lang="ko-KR" altLang="en-US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A1A7AD-0FC2-F50C-A887-6071F940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81" y="1982734"/>
            <a:ext cx="5306165" cy="258163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5DBA0B6-1FBA-482C-2C42-FF098BD0D503}"/>
              </a:ext>
            </a:extLst>
          </p:cNvPr>
          <p:cNvGrpSpPr/>
          <p:nvPr/>
        </p:nvGrpSpPr>
        <p:grpSpPr>
          <a:xfrm>
            <a:off x="5945331" y="2009577"/>
            <a:ext cx="2495898" cy="1419423"/>
            <a:chOff x="5945331" y="2009577"/>
            <a:chExt cx="2495898" cy="141942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272CC7C-A0E4-C7E9-D37A-1B864A839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5331" y="2009577"/>
              <a:ext cx="2495898" cy="141942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1FE2AFF-6916-479A-F6B9-0AB4577FCADA}"/>
                </a:ext>
              </a:extLst>
            </p:cNvPr>
            <p:cNvSpPr/>
            <p:nvPr/>
          </p:nvSpPr>
          <p:spPr>
            <a:xfrm>
              <a:off x="6748272" y="2926080"/>
              <a:ext cx="73152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0BD778-030A-4DAF-D9D0-76ECF75BEE87}"/>
              </a:ext>
            </a:extLst>
          </p:cNvPr>
          <p:cNvGrpSpPr/>
          <p:nvPr/>
        </p:nvGrpSpPr>
        <p:grpSpPr>
          <a:xfrm>
            <a:off x="5983436" y="4290734"/>
            <a:ext cx="2457793" cy="1257475"/>
            <a:chOff x="5983436" y="4290734"/>
            <a:chExt cx="2457793" cy="125747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ED46ACC-6565-230E-724A-0E98CBE59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36" y="4290734"/>
              <a:ext cx="2457793" cy="125747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3A3F98-A9F1-BF4B-0C89-1AD0B7F330F0}"/>
                </a:ext>
              </a:extLst>
            </p:cNvPr>
            <p:cNvSpPr/>
            <p:nvPr/>
          </p:nvSpPr>
          <p:spPr>
            <a:xfrm>
              <a:off x="6748272" y="5081016"/>
              <a:ext cx="73152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81483E1-8B09-48DD-7A59-0B94EC86A88A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7114032" y="3108960"/>
            <a:ext cx="0" cy="1972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87402D-8BC5-48B0-894E-DAC92E171599}"/>
              </a:ext>
            </a:extLst>
          </p:cNvPr>
          <p:cNvSpPr txBox="1"/>
          <p:nvPr/>
        </p:nvSpPr>
        <p:spPr>
          <a:xfrm>
            <a:off x="525981" y="4754880"/>
            <a:ext cx="5260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게시글 등록 후 </a:t>
            </a:r>
            <a:r>
              <a:rPr lang="en-US" altLang="ko-KR"/>
              <a:t>Point </a:t>
            </a:r>
            <a:r>
              <a:rPr lang="ko-KR" altLang="en-US"/>
              <a:t>의 </a:t>
            </a:r>
            <a:r>
              <a:rPr lang="en-US" altLang="ko-KR"/>
              <a:t>amount </a:t>
            </a:r>
            <a:r>
              <a:rPr lang="ko-KR" altLang="en-US"/>
              <a:t>정보가 감소한걸 확인 가능</a:t>
            </a:r>
          </a:p>
        </p:txBody>
      </p:sp>
    </p:spTree>
    <p:extLst>
      <p:ext uri="{BB962C8B-B14F-4D97-AF65-F5344CB8AC3E}">
        <p14:creationId xmlns:p14="http://schemas.microsoft.com/office/powerpoint/2010/main" val="201714060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269</TotalTime>
  <Words>1898</Words>
  <Application>Microsoft Office PowerPoint</Application>
  <PresentationFormat>와이드스크린</PresentationFormat>
  <Paragraphs>355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Calibri</vt:lpstr>
      <vt:lpstr>Calibri Light</vt:lpstr>
      <vt:lpstr>Consolas</vt:lpstr>
      <vt:lpstr>Wingdings</vt:lpstr>
      <vt:lpstr>추억</vt:lpstr>
      <vt:lpstr>데이터 쓰기 API 구현</vt:lpstr>
      <vt:lpstr>회원가입 API 변경사항</vt:lpstr>
      <vt:lpstr>포인트 서비스 구성</vt:lpstr>
      <vt:lpstr>아키텍쳐 구성</vt:lpstr>
      <vt:lpstr>DB 구성 추가</vt:lpstr>
      <vt:lpstr>application.yml 작성</vt:lpstr>
      <vt:lpstr>Point Entity 작성</vt:lpstr>
      <vt:lpstr>PointRepository 인터페이스 작성</vt:lpstr>
      <vt:lpstr>Point 합계 및 차감 DTO 작성</vt:lpstr>
      <vt:lpstr>PointService 합계/차감 메소드 작성</vt:lpstr>
      <vt:lpstr>PointController 합계/차감 URI 작성</vt:lpstr>
      <vt:lpstr>application.yml 에 point-service정보 추가</vt:lpstr>
      <vt:lpstr>사용자 서비스 - AddPointRequestDto 작성</vt:lpstr>
      <vt:lpstr>사용자 서비스 – 포인트 추가 요청 작성</vt:lpstr>
      <vt:lpstr>사용자 서비스 – 회원가입 로직 수정(서비스)</vt:lpstr>
      <vt:lpstr>사용자 회원가입 API 테스트 </vt:lpstr>
      <vt:lpstr>AddActivityScoreRequestDto 작성</vt:lpstr>
      <vt:lpstr>User 에 activeScore 추가 및 비지니스 로직 추가</vt:lpstr>
      <vt:lpstr>ActivityScore 추가 메소드 작성 - UserService</vt:lpstr>
      <vt:lpstr>AddActivityScore API 작성 - UserController</vt:lpstr>
      <vt:lpstr>게시글 작성 시 동작 정의</vt:lpstr>
      <vt:lpstr>board-service application.yml</vt:lpstr>
      <vt:lpstr>포인트 차감 요청 DTO 작성</vt:lpstr>
      <vt:lpstr>활동 포인트 증가 요청 DTO작성</vt:lpstr>
      <vt:lpstr>포인트 차감을 위한 컴포넌트 작성</vt:lpstr>
      <vt:lpstr>활동포인트 증가를 위한 메소드 작성 - UserClient</vt:lpstr>
      <vt:lpstr>게시글 생성 로직 수정 - BoardService</vt:lpstr>
      <vt:lpstr>게시글 등록 API 테스트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45</cp:revision>
  <dcterms:created xsi:type="dcterms:W3CDTF">2026-08-10T03:03:00Z</dcterms:created>
  <dcterms:modified xsi:type="dcterms:W3CDTF">2026-08-10T09:56:33Z</dcterms:modified>
</cp:coreProperties>
</file>