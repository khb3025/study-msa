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E2255B9-FF4C-4628-A839-E267AB3B8793}">
          <p14:sldIdLst>
            <p14:sldId id="256"/>
          </p14:sldIdLst>
        </p14:section>
        <p14:section name="구현할 API" id="{A1F696A2-C529-4A2B-A118-410FEA7EBD4E}">
          <p14:sldIdLst>
            <p14:sldId id="262"/>
            <p14:sldId id="257"/>
            <p14:sldId id="258"/>
          </p14:sldIdLst>
        </p14:section>
        <p14:section name="MSA에 의한 DB FK 처리" id="{284B3404-38C2-44BB-8AA5-6EB15F4CDC6A}">
          <p14:sldIdLst>
            <p14:sldId id="259"/>
            <p14:sldId id="260"/>
          </p14:sldIdLst>
        </p14:section>
        <p14:section name="MSA API 만들기" id="{34FEFEDD-7AED-47A0-81D4-4A9B2A57DF0C}">
          <p14:sldIdLst>
            <p14:sldId id="261"/>
            <p14:sldId id="263"/>
            <p14:sldId id="264"/>
            <p14:sldId id="26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1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2403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462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623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52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45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765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034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6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3828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96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4806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9093A-7D52-44B6-A98B-D76A9344B0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데이터 조회 </a:t>
            </a:r>
            <a:r>
              <a:rPr lang="en-US" altLang="ko-KR"/>
              <a:t>API </a:t>
            </a:r>
            <a:r>
              <a:rPr lang="ko-KR" altLang="en-US"/>
              <a:t>구현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19226BC-D3CF-9879-27AF-20C4BEBD62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마이크로 서비스간 </a:t>
            </a:r>
            <a:r>
              <a:rPr lang="en-US" altLang="ko-KR"/>
              <a:t>API </a:t>
            </a:r>
            <a:r>
              <a:rPr lang="ko-KR" altLang="en-US"/>
              <a:t>통신 구현</a:t>
            </a:r>
          </a:p>
        </p:txBody>
      </p:sp>
    </p:spTree>
    <p:extLst>
      <p:ext uri="{BB962C8B-B14F-4D97-AF65-F5344CB8AC3E}">
        <p14:creationId xmlns:p14="http://schemas.microsoft.com/office/powerpoint/2010/main" val="3919111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11F0C-D4A7-C5A7-9CF6-776C28DC6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65B3307-3878-CFE8-3153-67193BF72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50" y="2292798"/>
            <a:ext cx="1654178" cy="11362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8A9588-49A1-1D14-AB5F-03F5DAB643EF}"/>
              </a:ext>
            </a:extLst>
          </p:cNvPr>
          <p:cNvSpPr txBox="1"/>
          <p:nvPr/>
        </p:nvSpPr>
        <p:spPr>
          <a:xfrm>
            <a:off x="1198750" y="1847088"/>
            <a:ext cx="4964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http://localhost:8080/users/1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9EC6C7-92C1-4F31-3C13-90DE9C5F9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572A85-DC22-D75A-8CA5-CCBE77793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89632"/>
            <a:ext cx="5972808" cy="313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406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62C6-57A3-AF58-18B9-9E971D48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전체조회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E8D053-D0B9-BEB4-4BA6-C3744CF7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542"/>
            <a:ext cx="5804861" cy="45209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110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C6C06-1F1A-E6A4-DC39-E8D41287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모놀리식 </a:t>
            </a:r>
            <a:r>
              <a:rPr lang="en-US" altLang="ko-KR"/>
              <a:t>FK </a:t>
            </a:r>
            <a:r>
              <a:rPr lang="ko-KR" altLang="en-US"/>
              <a:t>정보 처리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1B7807-4313-1BE8-8463-8BB25379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05514"/>
            <a:ext cx="3415014" cy="49610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7DD767-48A1-CE4E-4893-4B969C8C7A85}"/>
              </a:ext>
            </a:extLst>
          </p:cNvPr>
          <p:cNvSpPr txBox="1"/>
          <p:nvPr/>
        </p:nvSpPr>
        <p:spPr>
          <a:xfrm>
            <a:off x="4700016" y="1805514"/>
            <a:ext cx="6885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하나의 </a:t>
            </a:r>
            <a:r>
              <a:rPr lang="en-US" altLang="ko-KR"/>
              <a:t>DB</a:t>
            </a:r>
            <a:r>
              <a:rPr lang="ko-KR" altLang="en-US"/>
              <a:t>에 각각의 서비스에 대한 테이블이 존재함으로</a:t>
            </a:r>
            <a:r>
              <a:rPr lang="en-US" altLang="ko-KR"/>
              <a:t>.</a:t>
            </a:r>
          </a:p>
          <a:p>
            <a:r>
              <a:rPr lang="en-US" altLang="ko-KR"/>
              <a:t>Join </a:t>
            </a:r>
            <a:r>
              <a:rPr lang="ko-KR" altLang="en-US"/>
              <a:t>문에 의해 데이터를 조회해오기만 하면</a:t>
            </a:r>
            <a:r>
              <a:rPr lang="en-US" altLang="ko-KR"/>
              <a:t>, </a:t>
            </a:r>
            <a:r>
              <a:rPr lang="ko-KR" altLang="en-US"/>
              <a:t>관련된 정보를</a:t>
            </a:r>
            <a:br>
              <a:rPr lang="en-US" altLang="ko-KR"/>
            </a:br>
            <a:r>
              <a:rPr lang="ko-KR" altLang="en-US"/>
              <a:t>취득할 수 있었다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17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8E3B6B-3D83-EF34-AA5E-D3AF44557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MSA FK </a:t>
            </a:r>
            <a:r>
              <a:rPr lang="ko-KR" altLang="en-US"/>
              <a:t>정보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668D6-B566-6089-536A-CB3948107D99}"/>
              </a:ext>
            </a:extLst>
          </p:cNvPr>
          <p:cNvSpPr txBox="1"/>
          <p:nvPr/>
        </p:nvSpPr>
        <p:spPr>
          <a:xfrm>
            <a:off x="6096000" y="1853583"/>
            <a:ext cx="545287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각 서비스 별 독립적인 </a:t>
            </a:r>
            <a:r>
              <a:rPr lang="en-US" altLang="ko-KR" sz="1200"/>
              <a:t>DB</a:t>
            </a:r>
            <a:r>
              <a:rPr lang="ko-KR" altLang="en-US" sz="1200"/>
              <a:t>를 가지고 있기에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게시글 서비스에서 사용자 정보를 취득하기 위해선</a:t>
            </a:r>
            <a:r>
              <a:rPr lang="en-US" altLang="ko-KR" sz="1200"/>
              <a:t>.</a:t>
            </a:r>
          </a:p>
          <a:p>
            <a:endParaRPr lang="en-US" altLang="ko-KR"/>
          </a:p>
          <a:p>
            <a:r>
              <a:rPr lang="ko-KR" altLang="en-US" sz="1400" b="1">
                <a:solidFill>
                  <a:srgbClr val="FF0000"/>
                </a:solidFill>
              </a:rPr>
              <a:t>사용자 서비스에서 사용자 정보 조회 </a:t>
            </a:r>
            <a:r>
              <a:rPr lang="en-US" altLang="ko-KR" sz="1400" b="1">
                <a:solidFill>
                  <a:srgbClr val="FF0000"/>
                </a:solidFill>
              </a:rPr>
              <a:t>API</a:t>
            </a:r>
            <a:r>
              <a:rPr lang="ko-KR" altLang="en-US" sz="1400" b="1">
                <a:solidFill>
                  <a:srgbClr val="FF0000"/>
                </a:solidFill>
              </a:rPr>
              <a:t> 를 제공해야한다</a:t>
            </a:r>
            <a:r>
              <a:rPr lang="en-US" altLang="ko-KR" sz="1400" b="1">
                <a:solidFill>
                  <a:srgbClr val="FF0000"/>
                </a:solidFill>
              </a:rPr>
              <a:t>.</a:t>
            </a:r>
            <a:br>
              <a:rPr lang="en-US" altLang="ko-KR" sz="1400" b="1">
                <a:solidFill>
                  <a:srgbClr val="FF0000"/>
                </a:solidFill>
              </a:rPr>
            </a:br>
            <a:r>
              <a:rPr lang="en-US" altLang="ko-KR" sz="1400" b="1">
                <a:solidFill>
                  <a:srgbClr val="FF0000"/>
                </a:solidFill>
              </a:rPr>
              <a:t>(RestAPI </a:t>
            </a:r>
            <a:r>
              <a:rPr lang="ko-KR" altLang="en-US" sz="1400" b="1">
                <a:solidFill>
                  <a:srgbClr val="FF0000"/>
                </a:solidFill>
              </a:rPr>
              <a:t>방식</a:t>
            </a:r>
            <a:r>
              <a:rPr lang="en-US" altLang="ko-KR" sz="1400" b="1">
                <a:solidFill>
                  <a:srgbClr val="FF0000"/>
                </a:solidFill>
              </a:rPr>
              <a:t>)</a:t>
            </a:r>
          </a:p>
          <a:p>
            <a:endParaRPr lang="en-US" altLang="ko-KR" sz="1200"/>
          </a:p>
          <a:p>
            <a:r>
              <a:rPr lang="ko-KR" altLang="en-US" sz="1200"/>
              <a:t>게시글 서비스는 사용자 정보 조회</a:t>
            </a:r>
            <a:r>
              <a:rPr lang="en-US" altLang="ko-KR" sz="1200"/>
              <a:t>API</a:t>
            </a:r>
            <a:r>
              <a:rPr lang="ko-KR" altLang="en-US" sz="1200"/>
              <a:t>를 통해 얻어온 정보를 조합하여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데이터를 사용한다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81628EE-EFE0-6F61-464B-9699D9BF85DF}"/>
              </a:ext>
            </a:extLst>
          </p:cNvPr>
          <p:cNvGrpSpPr/>
          <p:nvPr/>
        </p:nvGrpSpPr>
        <p:grpSpPr>
          <a:xfrm>
            <a:off x="1097280" y="1853583"/>
            <a:ext cx="4867370" cy="4717814"/>
            <a:chOff x="1097280" y="1853583"/>
            <a:chExt cx="4867370" cy="47178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DB3EAE-4292-2A80-CD5D-CAD3F8029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53583"/>
              <a:ext cx="4867370" cy="471781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9524CBA-C2B5-17AE-6F65-0247EEA9C78D}"/>
                </a:ext>
              </a:extLst>
            </p:cNvPr>
            <p:cNvSpPr/>
            <p:nvPr/>
          </p:nvSpPr>
          <p:spPr>
            <a:xfrm>
              <a:off x="3867912" y="4700016"/>
              <a:ext cx="1152144" cy="4206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756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CAE4D-D9EA-A759-0978-A9F45655E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UserResponseDto </a:t>
            </a:r>
            <a:r>
              <a:rPr lang="ko-KR" altLang="en-US" sz="40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D13D4-3A25-CD7F-3094-A3BC3127AAF2}"/>
              </a:ext>
            </a:extLst>
          </p:cNvPr>
          <p:cNvSpPr txBox="1"/>
          <p:nvPr/>
        </p:nvSpPr>
        <p:spPr>
          <a:xfrm>
            <a:off x="2900934" y="1737360"/>
            <a:ext cx="6041898" cy="512064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패스워드는 노출되면 안되는 정보</a:t>
            </a: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176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6BD01-1C80-B362-EC4C-4BFAB3E1C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사용자 조회 </a:t>
            </a:r>
            <a:r>
              <a:rPr lang="en-US" altLang="ko-KR" sz="4400"/>
              <a:t>API – UserService </a:t>
            </a:r>
            <a:r>
              <a:rPr lang="ko-KR" altLang="en-US" sz="4400"/>
              <a:t>조회메소드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51C8A6-16F0-E1D3-D043-2FD9C0B8D8EE}"/>
              </a:ext>
            </a:extLst>
          </p:cNvPr>
          <p:cNvSpPr txBox="1"/>
          <p:nvPr/>
        </p:nvSpPr>
        <p:spPr>
          <a:xfrm>
            <a:off x="3459099" y="2001930"/>
            <a:ext cx="6901434" cy="187743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사용자를 찾을 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F892D7-0DD6-B8FF-9B62-859B163D8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12" y="2001930"/>
            <a:ext cx="2514951" cy="3219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3BC321-B06F-4B81-9DBE-158D4C298C34}"/>
              </a:ext>
            </a:extLst>
          </p:cNvPr>
          <p:cNvSpPr txBox="1"/>
          <p:nvPr/>
        </p:nvSpPr>
        <p:spPr>
          <a:xfrm>
            <a:off x="3459099" y="4014216"/>
            <a:ext cx="690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DataJPA</a:t>
            </a:r>
            <a:r>
              <a:rPr lang="ko-KR" altLang="en-US"/>
              <a:t>는 반환값을 유연하게 제공한다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en-US" altLang="ko-KR"/>
              <a:t>[ </a:t>
            </a:r>
            <a:r>
              <a:rPr lang="en-US" altLang="ko-KR">
                <a:solidFill>
                  <a:srgbClr val="FF0000"/>
                </a:solidFill>
              </a:rPr>
              <a:t>Optional</a:t>
            </a:r>
            <a:r>
              <a:rPr lang="en-US" altLang="ko-KR"/>
              <a:t>, Entity, Projection , Page&lt;T&gt;]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312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B8889-E927-3CD2-5DF4-3553650B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UserController </a:t>
            </a:r>
            <a:r>
              <a:rPr lang="ko-KR" altLang="en-US" sz="4000"/>
              <a:t>조회 </a:t>
            </a:r>
            <a:r>
              <a:rPr lang="en-US" altLang="ko-KR" sz="4000"/>
              <a:t>API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45480-84D4-1863-0973-68AE9CCCE04F}"/>
              </a:ext>
            </a:extLst>
          </p:cNvPr>
          <p:cNvSpPr txBox="1"/>
          <p:nvPr/>
        </p:nvSpPr>
        <p:spPr>
          <a:xfrm>
            <a:off x="4135374" y="1889347"/>
            <a:ext cx="6874002" cy="9780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"/{userId}"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PathVariable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"userId"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F260357-C974-EE31-0459-BAA99EB05C5B}"/>
              </a:ext>
            </a:extLst>
          </p:cNvPr>
          <p:cNvGrpSpPr/>
          <p:nvPr/>
        </p:nvGrpSpPr>
        <p:grpSpPr>
          <a:xfrm>
            <a:off x="1234440" y="1889347"/>
            <a:ext cx="2200582" cy="1073309"/>
            <a:chOff x="1234440" y="1889347"/>
            <a:chExt cx="2200582" cy="107330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6E18976-BE71-772B-40B2-8C7A5621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4440" y="1889347"/>
              <a:ext cx="2200582" cy="1047896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CF835AC-9808-A9DA-B45E-D54EAA482D73}"/>
                </a:ext>
              </a:extLst>
            </p:cNvPr>
            <p:cNvSpPr/>
            <p:nvPr/>
          </p:nvSpPr>
          <p:spPr>
            <a:xfrm>
              <a:off x="1554480" y="2743200"/>
              <a:ext cx="1389888" cy="2194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181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DA608-9F99-3215-8A82-2878814E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1505ED-8789-91ED-FD26-441C73862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1" y="1914313"/>
            <a:ext cx="5833872" cy="25982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60807C8-B83C-1261-0B57-4C1D96D1A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716977"/>
            <a:ext cx="601111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200700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38</TotalTime>
  <Words>353</Words>
  <Application>Microsoft Office PowerPoint</Application>
  <PresentationFormat>와이드스크린</PresentationFormat>
  <Paragraphs>63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Calibri</vt:lpstr>
      <vt:lpstr>Calibri Light</vt:lpstr>
      <vt:lpstr>Consolas</vt:lpstr>
      <vt:lpstr>추억</vt:lpstr>
      <vt:lpstr>데이터 조회 API 구현</vt:lpstr>
      <vt:lpstr>사용자 조회 API</vt:lpstr>
      <vt:lpstr>게시글 조회 API</vt:lpstr>
      <vt:lpstr>게시글 전체조회 API</vt:lpstr>
      <vt:lpstr>모놀리식 FK 정보 처리</vt:lpstr>
      <vt:lpstr>MSA FK 정보 처리</vt:lpstr>
      <vt:lpstr>사용자 조회 API – UserResponseDto 작성</vt:lpstr>
      <vt:lpstr>사용자 조회 API – UserService 조회메소드</vt:lpstr>
      <vt:lpstr>사용자 조회 API – UserController 조회 API</vt:lpstr>
      <vt:lpstr>사용자 조회 API 테스트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15</cp:revision>
  <dcterms:created xsi:type="dcterms:W3CDTF">2026-08-09T11:47:57Z</dcterms:created>
  <dcterms:modified xsi:type="dcterms:W3CDTF">2026-08-09T12:26:14Z</dcterms:modified>
</cp:coreProperties>
</file>