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DF10-B5C8-48B6-9661-18EA42F8EB10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0C358-8094-471A-92BD-B7072AAE693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199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DF10-B5C8-48B6-9661-18EA42F8EB10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0C358-8094-471A-92BD-B7072AAE6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843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DF10-B5C8-48B6-9661-18EA42F8EB10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0C358-8094-471A-92BD-B7072AAE693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486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DF10-B5C8-48B6-9661-18EA42F8EB10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0C358-8094-471A-92BD-B7072AAE6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285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DF10-B5C8-48B6-9661-18EA42F8EB10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0C358-8094-471A-92BD-B7072AAE6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98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DF10-B5C8-48B6-9661-18EA42F8EB10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0C358-8094-471A-92BD-B7072AAE6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24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DF10-B5C8-48B6-9661-18EA42F8EB10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0C358-8094-471A-92BD-B7072AAE6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322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D21DF10-B5C8-48B6-9661-18EA42F8EB10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50C358-8094-471A-92BD-B7072AAE6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407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DF10-B5C8-48B6-9661-18EA42F8EB10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0C358-8094-471A-92BD-B7072AAE6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00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DF10-B5C8-48B6-9661-18EA42F8EB10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0C358-8094-471A-92BD-B7072AAE6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120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DF10-B5C8-48B6-9661-18EA42F8EB10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0C358-8094-471A-92BD-B7072AAE6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138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D21DF10-B5C8-48B6-9661-18EA42F8EB10}" type="datetimeFigureOut">
              <a:rPr lang="ko-KR" altLang="en-US" smtClean="0"/>
              <a:t>2026-08-09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150C358-8094-471A-92BD-B7072AAE693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87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32075A-E671-DD44-6DE4-EE4605027F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MSA</a:t>
            </a:r>
            <a:r>
              <a:rPr lang="ko-KR" altLang="en-US"/>
              <a:t> 의 장점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113089-2B7A-4C2F-0DE5-65AA31D497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912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831C87-0C75-FF4C-02A5-3DC027695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MSA</a:t>
            </a:r>
            <a:r>
              <a:rPr lang="ko-KR" altLang="en-US"/>
              <a:t>를 채택하는 이유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1489AC-833F-6A55-38FA-0AA8A69EBA7E}"/>
              </a:ext>
            </a:extLst>
          </p:cNvPr>
          <p:cNvSpPr txBox="1"/>
          <p:nvPr/>
        </p:nvSpPr>
        <p:spPr>
          <a:xfrm>
            <a:off x="1078992" y="1883664"/>
            <a:ext cx="100858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독립성</a:t>
            </a:r>
            <a:endParaRPr lang="en-US" altLang="ko-KR" sz="1400"/>
          </a:p>
          <a:p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서비스 별 독립적인 배포가 가능해짐</a:t>
            </a:r>
            <a:endParaRPr lang="en-US" altLang="ko-KR" sz="1400"/>
          </a:p>
          <a:p>
            <a:pPr marL="742950" lvl="1" indent="-285750">
              <a:buFontTx/>
              <a:buChar char="-"/>
            </a:pPr>
            <a:r>
              <a:rPr lang="ko-KR" altLang="en-US" sz="1400"/>
              <a:t>서비스 별 팀으로 구분되어 의사소통인원이 적기에 프로젝트 진행이 빠름</a:t>
            </a:r>
            <a:endParaRPr lang="en-US" altLang="ko-KR" sz="1400"/>
          </a:p>
          <a:p>
            <a:pPr marL="742950" lvl="1" indent="-285750">
              <a:buFontTx/>
              <a:buChar char="-"/>
            </a:pPr>
            <a:r>
              <a:rPr lang="ko-KR" altLang="en-US" sz="1400"/>
              <a:t>팀이 독립적으로 개발 및 배포가 가능해 짐</a:t>
            </a:r>
            <a:endParaRPr lang="en-US" altLang="ko-KR" sz="1400"/>
          </a:p>
          <a:p>
            <a:pPr marL="742950" lvl="1" indent="-285750">
              <a:buFontTx/>
              <a:buChar char="-"/>
            </a:pPr>
            <a:r>
              <a:rPr lang="ko-KR" altLang="en-US" sz="1400"/>
              <a:t>코드양이 비교적 작기 때문에 코드 작성</a:t>
            </a:r>
            <a:r>
              <a:rPr lang="en-US" altLang="ko-KR" sz="1400"/>
              <a:t>, </a:t>
            </a:r>
            <a:r>
              <a:rPr lang="ko-KR" altLang="en-US" sz="1400"/>
              <a:t>테스트</a:t>
            </a:r>
            <a:r>
              <a:rPr lang="en-US" altLang="ko-KR" sz="1400"/>
              <a:t>, </a:t>
            </a:r>
            <a:r>
              <a:rPr lang="ko-KR" altLang="en-US" sz="1400"/>
              <a:t>빌드 과정의 시간이 훨씬 적게 든다</a:t>
            </a:r>
            <a:r>
              <a:rPr lang="en-US" altLang="ko-KR" sz="1400"/>
              <a:t>.</a:t>
            </a:r>
          </a:p>
          <a:p>
            <a:pPr marL="285750" indent="-285750">
              <a:buFontTx/>
              <a:buChar char="-"/>
            </a:pPr>
            <a:endParaRPr lang="en-US" altLang="ko-KR" sz="1400"/>
          </a:p>
          <a:p>
            <a:pPr marL="285750" indent="-285750">
              <a:buFontTx/>
              <a:buChar char="-"/>
            </a:pPr>
            <a:r>
              <a:rPr lang="ko-KR" altLang="en-US" sz="1400"/>
              <a:t>데이터베이스의 독립적인 분리로 대규모처리가 용이해짐</a:t>
            </a:r>
            <a:endParaRPr lang="en-US" altLang="ko-KR" sz="1400"/>
          </a:p>
          <a:p>
            <a:pPr marL="742950" lvl="1" indent="-285750">
              <a:buFontTx/>
              <a:buChar char="-"/>
            </a:pPr>
            <a:r>
              <a:rPr lang="ko-KR" altLang="en-US" sz="1400"/>
              <a:t>읽기 전용 데이터베이스를 추가하거나 캐시를 활용해 트래픽을 줄이려는 시도를 해도 트래픽을 감당안되는 순간이 있음</a:t>
            </a:r>
            <a:endParaRPr lang="en-US" altLang="ko-KR" sz="1400"/>
          </a:p>
          <a:p>
            <a:pPr marL="742950" lvl="1" indent="-285750">
              <a:buFontTx/>
              <a:buChar char="-"/>
            </a:pPr>
            <a:r>
              <a:rPr lang="ko-KR" altLang="en-US" sz="1400"/>
              <a:t>각 서비스 별로 독립적인 </a:t>
            </a:r>
            <a:r>
              <a:rPr lang="en-US" altLang="ko-KR" sz="1400"/>
              <a:t>DB</a:t>
            </a:r>
            <a:r>
              <a:rPr lang="ko-KR" altLang="en-US" sz="1400"/>
              <a:t>셋팅을 함으로써 대규모 트래픽을 감당한다</a:t>
            </a:r>
            <a:r>
              <a:rPr lang="en-US" altLang="ko-KR" sz="140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1400"/>
              <a:t>서비스를 독립적으로 분리함으로 써 서비스 장애의 전파를 최소화한다</a:t>
            </a:r>
            <a:r>
              <a:rPr lang="en-US" altLang="ko-KR" sz="1400"/>
              <a:t>.</a:t>
            </a:r>
          </a:p>
          <a:p>
            <a:pPr marL="742950" lvl="1" indent="-285750">
              <a:buFontTx/>
              <a:buChar char="-"/>
            </a:pPr>
            <a:r>
              <a:rPr lang="ko-KR" altLang="en-US" sz="1400"/>
              <a:t>인증 관련 장애가 발생하더라도 결재 관련 서비스에 문제가 확산되지 않는다</a:t>
            </a:r>
            <a:r>
              <a:rPr lang="en-US" altLang="ko-KR" sz="1400"/>
              <a:t>.</a:t>
            </a:r>
          </a:p>
          <a:p>
            <a:pPr marL="742950" lvl="1" indent="-285750">
              <a:buFontTx/>
              <a:buChar char="-"/>
            </a:pPr>
            <a:r>
              <a:rPr lang="ko-KR" altLang="en-US" sz="1400"/>
              <a:t>모놀리식이라면 </a:t>
            </a:r>
            <a:r>
              <a:rPr lang="en-US" altLang="ko-KR" sz="1400"/>
              <a:t>DB</a:t>
            </a:r>
            <a:r>
              <a:rPr lang="ko-KR" altLang="en-US" sz="1400"/>
              <a:t>커넥션 풀등의 부족으로 전체적인 서비스에 문제가 생길수 있으나</a:t>
            </a:r>
            <a:r>
              <a:rPr lang="en-US" altLang="ko-KR" sz="1400"/>
              <a:t>, MSA</a:t>
            </a:r>
            <a:r>
              <a:rPr lang="ko-KR" altLang="en-US" sz="1400"/>
              <a:t>에선 </a:t>
            </a:r>
            <a:br>
              <a:rPr lang="en-US" altLang="ko-KR" sz="1400"/>
            </a:br>
            <a:r>
              <a:rPr lang="ko-KR" altLang="en-US" sz="1400"/>
              <a:t>문제가 발생한 서비스만 확인하면 된다</a:t>
            </a:r>
            <a:r>
              <a:rPr lang="en-US" altLang="ko-KR" sz="1400"/>
              <a:t>.</a:t>
            </a:r>
          </a:p>
          <a:p>
            <a:pPr marL="285750" indent="-285750">
              <a:buFontTx/>
              <a:buChar char="-"/>
            </a:pP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49137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8EDDD0-EE88-E896-70E4-C244356AB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모놀리식 아키텍쳐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757062C-8A94-94FE-D580-8DA3F571E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487" y="1862707"/>
            <a:ext cx="5869769" cy="42972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17474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DFE561-728C-FC3C-51DE-DD6A60FC7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MSA </a:t>
            </a:r>
            <a:r>
              <a:rPr lang="ko-KR" altLang="en-US"/>
              <a:t>아키텍쳐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0CD55FC-C46A-7C5B-518B-A1A56EB7F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625" y="1865376"/>
            <a:ext cx="7296750" cy="43000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60892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F10CA2-4372-1C73-CF53-CB1A2BFAE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MSA</a:t>
            </a:r>
            <a:r>
              <a:rPr lang="ko-KR" altLang="en-US"/>
              <a:t> 서버끼리의 통신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8297E8-B02E-30BF-DDCC-49B952089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877" y="1884854"/>
            <a:ext cx="6350971" cy="48781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21750179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</TotalTime>
  <Words>123</Words>
  <Application>Microsoft Office PowerPoint</Application>
  <PresentationFormat>와이드스크린</PresentationFormat>
  <Paragraphs>18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Calibri</vt:lpstr>
      <vt:lpstr>Calibri Light</vt:lpstr>
      <vt:lpstr>추억</vt:lpstr>
      <vt:lpstr>MSA 의 장점</vt:lpstr>
      <vt:lpstr>MSA를 채택하는 이유.</vt:lpstr>
      <vt:lpstr>모놀리식 아키텍쳐</vt:lpstr>
      <vt:lpstr>MSA 아키텍쳐</vt:lpstr>
      <vt:lpstr>MSA 서버끼리의 통신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</cp:revision>
  <dcterms:created xsi:type="dcterms:W3CDTF">2026-08-09T06:24:01Z</dcterms:created>
  <dcterms:modified xsi:type="dcterms:W3CDTF">2026-08-09T06:39:19Z</dcterms:modified>
</cp:coreProperties>
</file>